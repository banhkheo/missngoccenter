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f0d4daa3-7d18-0fce-c1a3-2b7c5cea3e9c}">
          <p14:sldIdLst>
            <p14:sldId id="256"/>
            <p14:sldId id="257"/>
          </p14:sldIdLst>
        </p14:section>
        <p14:section name="Chuẩn bị" id="{4e0b6be8-2dba-b321-83a7-4024786aed8d}">
          <p14:sldIdLst>
            <p14:sldId id="258"/>
            <p14:sldId id="259"/>
            <p14:sldId id="260"/>
            <p14:sldId id="261"/>
            <p14:sldId id="262"/>
          </p14:sldIdLst>
        </p14:section>
        <p14:section name="Chụp và chấm" id="{a9c539f0-101d-52dc-c2c6-bdce4cb14edc}">
          <p14:sldIdLst>
            <p14:sldId id="263"/>
            <p14:sldId id="264"/>
            <p14:sldId id="265"/>
            <p14:sldId id="266"/>
          </p14:sldIdLst>
        </p14:section>
        <p14:section name="Kết quả" id="{168a1a7e-8446-0d0d-ff5a-143fa39a16e6}">
          <p14:sldIdLst>
            <p14:sldId id="267"/>
            <p14:sldId id="268"/>
            <p14:sldId id="269"/>
          </p14:sldIdLst>
        </p14:section>
        <p14:section name="Kết thúc" id="{6a0c3c09-e388-291e-ff1b-0df148a1c7c8}">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này đi qua đúng thứ tự giáo vụ và admin dùng app. Mọi ảnh đều chụp từ app đang chạy, dữ liệu học sinh là hư cấu.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9144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548640" y="2606040"/>
            <a:ext cx="8046720" cy="822960"/>
          </a:xfrm>
          <a:prstGeom prst="rect">
            <a:avLst/>
          </a:prstGeom>
          <a:noFill/>
          <a:ln/>
        </p:spPr>
        <p:txBody>
          <a:bodyPr wrap="square" rtlCol="0"/>
          <a:lstStyle>
            <a:lvl1pPr algn="l" indent="0" marL="0">
              <a:buNone/>
              <a:defRPr lang="en-US" sz="1800" dirty="0">
                <a:solidFill>
                  <a:schemeClr val="tx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5486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4773168"/>
            <a:ext cx="7315200" cy="228600"/>
          </a:xfrm>
          <a:prstGeom prst="rect">
            <a:avLst/>
          </a:prstGeom>
          <a:noFill/>
          <a:ln/>
        </p:spPr>
        <p:txBody>
          <a:bodyPr wrap="square" lIns="0" tIns="0" rIns="0" bIns="0" rtlCol="0" anchor="ctr"/>
          <a:lstStyle/>
          <a:p>
            <a:pPr indent="0" marL="0">
              <a:buNone/>
            </a:pPr>
            <a:r>
              <a:rPr lang="en-US" sz="800" dirty="0">
                <a:solidFill>
                  <a:schemeClr val="tx2"/>
                </a:solidFill>
              </a:rPr>
              <a:t>MissNgoc Grader · Luồng sử dụng · Ảnh chụp từ app chạy thật, học sinh và bài làm là dữ liệu hư cấu</a:t>
            </a:r>
            <a:endParaRPr lang="en-US" sz="8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914400"/>
          </a:xfrm>
          <a:prstGeom prst="rect">
            <a:avLst/>
          </a:prstGeom>
          <a:noFill/>
          <a:ln/>
        </p:spPr>
        <p:txBody>
          <a:bodyPr wrap="square" lIns="0" tIns="0" rIns="0" bIns="0" rtlCol="0" anchor="b"/>
          <a:lstStyle/>
          <a:p>
            <a:pPr algn="l" indent="0" marL="0">
              <a:buNone/>
            </a:pPr>
            <a:r>
              <a:rPr lang="en-US" sz="4000" b="1" dirty="0">
                <a:solidFill>
                  <a:schemeClr val="tx1"/>
                </a:solidFill>
              </a:rPr>
              <a:t>Chấm bài với MissNgoc</a:t>
            </a:r>
            <a:endParaRPr lang="en-US" sz="4000" dirty="0"/>
          </a:p>
        </p:txBody>
      </p:sp>
      <p:sp>
        <p:nvSpPr>
          <p:cNvPr id="3" name="Text 0"/>
          <p:cNvSpPr/>
          <p:nvPr>
            <p:ph idx="101" type="body" hasCustomPrompt="1"/>
          </p:nvPr>
        </p:nvSpPr>
        <p:spPr>
          <a:xfrm>
            <a:off x="548640" y="2606040"/>
            <a:ext cx="8046720" cy="822960"/>
          </a:xfrm>
          <a:prstGeom prst="rect">
            <a:avLst/>
          </a:prstGeom>
          <a:noFill/>
          <a:ln/>
        </p:spPr>
        <p:txBody>
          <a:bodyPr wrap="square" lIns="0" tIns="0" rIns="0" bIns="0" rtlCol="0" anchor="t"/>
          <a:lstStyle/>
          <a:p>
            <a:pPr algn="l" indent="0" marL="0">
              <a:buNone/>
            </a:pPr>
            <a:r>
              <a:rPr lang="en-US" sz="1800" dirty="0">
                <a:solidFill>
                  <a:schemeClr val="tx2"/>
                </a:solidFill>
              </a:rPr>
              <a:t>Luồng sử dụng từ lớp học đến bảng điểm · Anh ngữ Ms. Ngọc · 10/2026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548640"/>
          </a:xfrm>
          <a:prstGeom prst="rect">
            <a:avLst/>
          </a:prstGeom>
          <a:noFill/>
          <a:ln/>
        </p:spPr>
        <p:txBody>
          <a:bodyPr wrap="square" lIns="0" tIns="0" rIns="0" bIns="0" rtlCol="0" anchor="ctr"/>
          <a:lstStyle/>
          <a:p>
            <a:pPr algn="l" indent="0" marL="0">
              <a:buNone/>
            </a:pPr>
            <a:r>
              <a:rPr lang="en-US" sz="2600" b="1" dirty="0">
                <a:solidFill>
                  <a:schemeClr val="tx1"/>
                </a:solidFill>
              </a:rPr>
              <a:t>Sáu bước, từ lớp học đến bảng điểm</a:t>
            </a:r>
            <a:endParaRPr lang="en-US" sz="2600" dirty="0"/>
          </a:p>
        </p:txBody>
      </p:sp>
      <p:sp>
        <p:nvSpPr>
          <p:cNvPr id="3" name="Text 1"/>
          <p:cNvSpPr txBox="1"/>
          <p:nvPr/>
        </p:nvSpPr>
        <p:spPr>
          <a:xfrm>
            <a:off x="548640" y="1124712"/>
            <a:ext cx="411480" cy="365760"/>
          </a:xfrm>
          <a:prstGeom prst="rect">
            <a:avLst/>
          </a:prstGeom>
          <a:noFill/>
          <a:ln/>
        </p:spPr>
        <p:txBody>
          <a:bodyPr wrap="square" lIns="0" tIns="0" rIns="0" bIns="0" rtlCol="0" anchor="t"/>
          <a:lstStyle/>
          <a:p>
            <a:pPr indent="0" marL="0">
              <a:buNone/>
            </a:pPr>
            <a:r>
              <a:rPr lang="en-US" sz="2400" b="1" dirty="0">
                <a:solidFill>
                  <a:schemeClr val="accent1"/>
                </a:solidFill>
              </a:rPr>
              <a:t>1</a:t>
            </a:r>
            <a:endParaRPr lang="en-US" sz="2400" dirty="0"/>
          </a:p>
        </p:txBody>
      </p:sp>
      <p:sp>
        <p:nvSpPr>
          <p:cNvPr id="4" name="Text 2"/>
          <p:cNvSpPr txBox="1"/>
          <p:nvPr/>
        </p:nvSpPr>
        <p:spPr>
          <a:xfrm>
            <a:off x="960120" y="1143000"/>
            <a:ext cx="3429000" cy="256032"/>
          </a:xfrm>
          <a:prstGeom prst="rect">
            <a:avLst/>
          </a:prstGeom>
          <a:noFill/>
          <a:ln/>
        </p:spPr>
        <p:txBody>
          <a:bodyPr wrap="square" lIns="0" tIns="0" rIns="0" bIns="0" rtlCol="0" anchor="t"/>
          <a:lstStyle/>
          <a:p>
            <a:pPr indent="0" marL="0">
              <a:buNone/>
            </a:pPr>
            <a:r>
              <a:rPr lang="en-US" sz="1600" b="1" dirty="0">
                <a:solidFill>
                  <a:schemeClr val="tx1"/>
                </a:solidFill>
              </a:rPr>
              <a:t>Nhập học sinh</a:t>
            </a:r>
            <a:endParaRPr lang="en-US" sz="1600" dirty="0"/>
          </a:p>
        </p:txBody>
      </p:sp>
      <p:sp>
        <p:nvSpPr>
          <p:cNvPr id="5" name="Text 3"/>
          <p:cNvSpPr txBox="1"/>
          <p:nvPr/>
        </p:nvSpPr>
        <p:spPr>
          <a:xfrm>
            <a:off x="960120" y="1417320"/>
            <a:ext cx="3429000" cy="649224"/>
          </a:xfrm>
          <a:prstGeom prst="rect">
            <a:avLst/>
          </a:prstGeom>
          <a:noFill/>
          <a:ln/>
        </p:spPr>
        <p:txBody>
          <a:bodyPr wrap="square" lIns="0" tIns="0" rIns="0" bIns="0" rtlCol="0" anchor="t"/>
          <a:lstStyle/>
          <a:p>
            <a:pPr indent="0" marL="0">
              <a:buNone/>
            </a:pPr>
            <a:r>
              <a:rPr lang="en-US" sz="1200" dirty="0">
                <a:solidFill>
                  <a:schemeClr val="tx2"/>
                </a:solidFill>
              </a:rPr>
              <a:t>Tải file Excel danh sách lớp. App kiểm tra từng ô trước khi lưu.</a:t>
            </a:r>
            <a:endParaRPr lang="en-US" sz="1200" dirty="0"/>
          </a:p>
        </p:txBody>
      </p:sp>
      <p:sp>
        <p:nvSpPr>
          <p:cNvPr id="6" name="Text 4"/>
          <p:cNvSpPr txBox="1"/>
          <p:nvPr/>
        </p:nvSpPr>
        <p:spPr>
          <a:xfrm>
            <a:off x="548640" y="2084832"/>
            <a:ext cx="411480" cy="365760"/>
          </a:xfrm>
          <a:prstGeom prst="rect">
            <a:avLst/>
          </a:prstGeom>
          <a:noFill/>
          <a:ln/>
        </p:spPr>
        <p:txBody>
          <a:bodyPr wrap="square" lIns="0" tIns="0" rIns="0" bIns="0" rtlCol="0" anchor="t"/>
          <a:lstStyle/>
          <a:p>
            <a:pPr indent="0" marL="0">
              <a:buNone/>
            </a:pPr>
            <a:r>
              <a:rPr lang="en-US" sz="2400" b="1" dirty="0">
                <a:solidFill>
                  <a:schemeClr val="accent1"/>
                </a:solidFill>
              </a:rPr>
              <a:t>2</a:t>
            </a:r>
            <a:endParaRPr lang="en-US" sz="2400" dirty="0"/>
          </a:p>
        </p:txBody>
      </p:sp>
      <p:sp>
        <p:nvSpPr>
          <p:cNvPr id="7" name="Text 5"/>
          <p:cNvSpPr txBox="1"/>
          <p:nvPr/>
        </p:nvSpPr>
        <p:spPr>
          <a:xfrm>
            <a:off x="960120" y="2103120"/>
            <a:ext cx="3429000" cy="256032"/>
          </a:xfrm>
          <a:prstGeom prst="rect">
            <a:avLst/>
          </a:prstGeom>
          <a:noFill/>
          <a:ln/>
        </p:spPr>
        <p:txBody>
          <a:bodyPr wrap="square" lIns="0" tIns="0" rIns="0" bIns="0" rtlCol="0" anchor="t"/>
          <a:lstStyle/>
          <a:p>
            <a:pPr indent="0" marL="0">
              <a:buNone/>
            </a:pPr>
            <a:r>
              <a:rPr lang="en-US" sz="1600" b="1" dirty="0">
                <a:solidFill>
                  <a:schemeClr val="tx1"/>
                </a:solidFill>
              </a:rPr>
              <a:t>Tạo bài và soạn đề</a:t>
            </a:r>
            <a:endParaRPr lang="en-US" sz="1600" dirty="0"/>
          </a:p>
        </p:txBody>
      </p:sp>
      <p:sp>
        <p:nvSpPr>
          <p:cNvPr id="8" name="Text 6"/>
          <p:cNvSpPr txBox="1"/>
          <p:nvPr/>
        </p:nvSpPr>
        <p:spPr>
          <a:xfrm>
            <a:off x="960120" y="2377440"/>
            <a:ext cx="3429000" cy="649224"/>
          </a:xfrm>
          <a:prstGeom prst="rect">
            <a:avLst/>
          </a:prstGeom>
          <a:noFill/>
          <a:ln/>
        </p:spPr>
        <p:txBody>
          <a:bodyPr wrap="square" lIns="0" tIns="0" rIns="0" bIns="0" rtlCol="0" anchor="t"/>
          <a:lstStyle/>
          <a:p>
            <a:pPr indent="0" marL="0">
              <a:buNone/>
            </a:pPr>
            <a:r>
              <a:rPr lang="en-US" sz="1200" dirty="0">
                <a:solidFill>
                  <a:schemeClr val="tx2"/>
                </a:solidFill>
              </a:rPr>
              <a:t>Gõ đề, đáp án ngay trong app. App tự chia điểm, báo lỗi khi gõ.</a:t>
            </a:r>
            <a:endParaRPr lang="en-US" sz="1200" dirty="0"/>
          </a:p>
        </p:txBody>
      </p:sp>
      <p:sp>
        <p:nvSpPr>
          <p:cNvPr id="9" name="Text 7"/>
          <p:cNvSpPr txBox="1"/>
          <p:nvPr/>
        </p:nvSpPr>
        <p:spPr>
          <a:xfrm>
            <a:off x="548640" y="3044952"/>
            <a:ext cx="411480" cy="365760"/>
          </a:xfrm>
          <a:prstGeom prst="rect">
            <a:avLst/>
          </a:prstGeom>
          <a:noFill/>
          <a:ln/>
        </p:spPr>
        <p:txBody>
          <a:bodyPr wrap="square" lIns="0" tIns="0" rIns="0" bIns="0" rtlCol="0" anchor="t"/>
          <a:lstStyle/>
          <a:p>
            <a:pPr indent="0" marL="0">
              <a:buNone/>
            </a:pPr>
            <a:r>
              <a:rPr lang="en-US" sz="2400" b="1" dirty="0">
                <a:solidFill>
                  <a:schemeClr val="accent1"/>
                </a:solidFill>
              </a:rPr>
              <a:t>3</a:t>
            </a:r>
            <a:endParaRPr lang="en-US" sz="2400" dirty="0"/>
          </a:p>
        </p:txBody>
      </p:sp>
      <p:sp>
        <p:nvSpPr>
          <p:cNvPr id="10" name="Text 8"/>
          <p:cNvSpPr txBox="1"/>
          <p:nvPr/>
        </p:nvSpPr>
        <p:spPr>
          <a:xfrm>
            <a:off x="960120" y="3063240"/>
            <a:ext cx="3429000" cy="256032"/>
          </a:xfrm>
          <a:prstGeom prst="rect">
            <a:avLst/>
          </a:prstGeom>
          <a:noFill/>
          <a:ln/>
        </p:spPr>
        <p:txBody>
          <a:bodyPr wrap="square" lIns="0" tIns="0" rIns="0" bIns="0" rtlCol="0" anchor="t"/>
          <a:lstStyle/>
          <a:p>
            <a:pPr indent="0" marL="0">
              <a:buNone/>
            </a:pPr>
            <a:r>
              <a:rPr lang="en-US" sz="1600" b="1" dirty="0">
                <a:solidFill>
                  <a:schemeClr val="tx1"/>
                </a:solidFill>
              </a:rPr>
              <a:t>Chụp bài</a:t>
            </a:r>
            <a:endParaRPr lang="en-US" sz="1600" dirty="0"/>
          </a:p>
        </p:txBody>
      </p:sp>
      <p:sp>
        <p:nvSpPr>
          <p:cNvPr id="11" name="Text 9"/>
          <p:cNvSpPr txBox="1"/>
          <p:nvPr/>
        </p:nvSpPr>
        <p:spPr>
          <a:xfrm>
            <a:off x="960120" y="3337560"/>
            <a:ext cx="3429000" cy="649224"/>
          </a:xfrm>
          <a:prstGeom prst="rect">
            <a:avLst/>
          </a:prstGeom>
          <a:noFill/>
          <a:ln/>
        </p:spPr>
        <p:txBody>
          <a:bodyPr wrap="square" lIns="0" tIns="0" rIns="0" bIns="0" rtlCol="0" anchor="t"/>
          <a:lstStyle/>
          <a:p>
            <a:pPr indent="0" marL="0">
              <a:buNone/>
            </a:pPr>
            <a:r>
              <a:rPr lang="en-US" sz="1200" dirty="0">
                <a:solidFill>
                  <a:schemeClr val="tx2"/>
                </a:solidFill>
              </a:rPr>
              <a:t>Giáo vụ chụp từng bài bằng điện thoại, app tự chuyển em kế tiếp.</a:t>
            </a:r>
            <a:endParaRPr lang="en-US" sz="1200" dirty="0"/>
          </a:p>
        </p:txBody>
      </p:sp>
      <p:sp>
        <p:nvSpPr>
          <p:cNvPr id="12" name="Text 10"/>
          <p:cNvSpPr txBox="1"/>
          <p:nvPr/>
        </p:nvSpPr>
        <p:spPr>
          <a:xfrm>
            <a:off x="4754880" y="1124712"/>
            <a:ext cx="411480" cy="365760"/>
          </a:xfrm>
          <a:prstGeom prst="rect">
            <a:avLst/>
          </a:prstGeom>
          <a:noFill/>
          <a:ln/>
        </p:spPr>
        <p:txBody>
          <a:bodyPr wrap="square" lIns="0" tIns="0" rIns="0" bIns="0" rtlCol="0" anchor="t"/>
          <a:lstStyle/>
          <a:p>
            <a:pPr indent="0" marL="0">
              <a:buNone/>
            </a:pPr>
            <a:r>
              <a:rPr lang="en-US" sz="2400" b="1" dirty="0">
                <a:solidFill>
                  <a:schemeClr val="accent1"/>
                </a:solidFill>
              </a:rPr>
              <a:t>4</a:t>
            </a:r>
            <a:endParaRPr lang="en-US" sz="2400" dirty="0"/>
          </a:p>
        </p:txBody>
      </p:sp>
      <p:sp>
        <p:nvSpPr>
          <p:cNvPr id="13" name="Text 11"/>
          <p:cNvSpPr txBox="1"/>
          <p:nvPr/>
        </p:nvSpPr>
        <p:spPr>
          <a:xfrm>
            <a:off x="5166360" y="1143000"/>
            <a:ext cx="3429000" cy="256032"/>
          </a:xfrm>
          <a:prstGeom prst="rect">
            <a:avLst/>
          </a:prstGeom>
          <a:noFill/>
          <a:ln/>
        </p:spPr>
        <p:txBody>
          <a:bodyPr wrap="square" lIns="0" tIns="0" rIns="0" bIns="0" rtlCol="0" anchor="t"/>
          <a:lstStyle/>
          <a:p>
            <a:pPr indent="0" marL="0">
              <a:buNone/>
            </a:pPr>
            <a:r>
              <a:rPr lang="en-US" sz="1600" b="1" dirty="0">
                <a:solidFill>
                  <a:schemeClr val="tx1"/>
                </a:solidFill>
              </a:rPr>
              <a:t>Bấm chấm</a:t>
            </a:r>
            <a:endParaRPr lang="en-US" sz="1600" dirty="0"/>
          </a:p>
        </p:txBody>
      </p:sp>
      <p:sp>
        <p:nvSpPr>
          <p:cNvPr id="14" name="Text 12"/>
          <p:cNvSpPr txBox="1"/>
          <p:nvPr/>
        </p:nvSpPr>
        <p:spPr>
          <a:xfrm>
            <a:off x="5166360" y="1417320"/>
            <a:ext cx="3429000" cy="649224"/>
          </a:xfrm>
          <a:prstGeom prst="rect">
            <a:avLst/>
          </a:prstGeom>
          <a:noFill/>
          <a:ln/>
        </p:spPr>
        <p:txBody>
          <a:bodyPr wrap="square" lIns="0" tIns="0" rIns="0" bIns="0" rtlCol="0" anchor="t"/>
          <a:lstStyle/>
          <a:p>
            <a:pPr indent="0" marL="0">
              <a:buNone/>
            </a:pPr>
            <a:r>
              <a:rPr lang="en-US" sz="1200" dirty="0">
                <a:solidFill>
                  <a:schemeClr val="tx2"/>
                </a:solidFill>
              </a:rPr>
              <a:t>AI đọc học sinh chọn gì. App so với đáp án và tính điểm.</a:t>
            </a:r>
            <a:endParaRPr lang="en-US" sz="1200" dirty="0"/>
          </a:p>
        </p:txBody>
      </p:sp>
      <p:sp>
        <p:nvSpPr>
          <p:cNvPr id="15" name="Text 13"/>
          <p:cNvSpPr txBox="1"/>
          <p:nvPr/>
        </p:nvSpPr>
        <p:spPr>
          <a:xfrm>
            <a:off x="4754880" y="2084832"/>
            <a:ext cx="411480" cy="365760"/>
          </a:xfrm>
          <a:prstGeom prst="rect">
            <a:avLst/>
          </a:prstGeom>
          <a:noFill/>
          <a:ln/>
        </p:spPr>
        <p:txBody>
          <a:bodyPr wrap="square" lIns="0" tIns="0" rIns="0" bIns="0" rtlCol="0" anchor="t"/>
          <a:lstStyle/>
          <a:p>
            <a:pPr indent="0" marL="0">
              <a:buNone/>
            </a:pPr>
            <a:r>
              <a:rPr lang="en-US" sz="2400" b="1" dirty="0">
                <a:solidFill>
                  <a:schemeClr val="accent1"/>
                </a:solidFill>
              </a:rPr>
              <a:t>5</a:t>
            </a:r>
            <a:endParaRPr lang="en-US" sz="2400" dirty="0"/>
          </a:p>
        </p:txBody>
      </p:sp>
      <p:sp>
        <p:nvSpPr>
          <p:cNvPr id="16" name="Text 14"/>
          <p:cNvSpPr txBox="1"/>
          <p:nvPr/>
        </p:nvSpPr>
        <p:spPr>
          <a:xfrm>
            <a:off x="5166360" y="2103120"/>
            <a:ext cx="3429000" cy="256032"/>
          </a:xfrm>
          <a:prstGeom prst="rect">
            <a:avLst/>
          </a:prstGeom>
          <a:noFill/>
          <a:ln/>
        </p:spPr>
        <p:txBody>
          <a:bodyPr wrap="square" lIns="0" tIns="0" rIns="0" bIns="0" rtlCol="0" anchor="t"/>
          <a:lstStyle/>
          <a:p>
            <a:pPr indent="0" marL="0">
              <a:buNone/>
            </a:pPr>
            <a:r>
              <a:rPr lang="en-US" sz="1600" b="1" dirty="0">
                <a:solidFill>
                  <a:schemeClr val="tx1"/>
                </a:solidFill>
              </a:rPr>
              <a:t>Duyệt</a:t>
            </a:r>
            <a:endParaRPr lang="en-US" sz="1600" dirty="0"/>
          </a:p>
        </p:txBody>
      </p:sp>
      <p:sp>
        <p:nvSpPr>
          <p:cNvPr id="17" name="Text 15"/>
          <p:cNvSpPr txBox="1"/>
          <p:nvPr/>
        </p:nvSpPr>
        <p:spPr>
          <a:xfrm>
            <a:off x="5166360" y="2377440"/>
            <a:ext cx="3429000" cy="649224"/>
          </a:xfrm>
          <a:prstGeom prst="rect">
            <a:avLst/>
          </a:prstGeom>
          <a:noFill/>
          <a:ln/>
        </p:spPr>
        <p:txBody>
          <a:bodyPr wrap="square" lIns="0" tIns="0" rIns="0" bIns="0" rtlCol="0" anchor="t"/>
          <a:lstStyle/>
          <a:p>
            <a:pPr indent="0" marL="0">
              <a:buNone/>
            </a:pPr>
            <a:r>
              <a:rPr lang="en-US" sz="1200" dirty="0">
                <a:solidFill>
                  <a:schemeClr val="tx2"/>
                </a:solidFill>
              </a:rPr>
              <a:t>Chỉ xem lại các câu AI không chắc, sửa bằng một chạm.</a:t>
            </a:r>
            <a:endParaRPr lang="en-US" sz="1200" dirty="0"/>
          </a:p>
        </p:txBody>
      </p:sp>
      <p:sp>
        <p:nvSpPr>
          <p:cNvPr id="18" name="Text 16"/>
          <p:cNvSpPr txBox="1"/>
          <p:nvPr/>
        </p:nvSpPr>
        <p:spPr>
          <a:xfrm>
            <a:off x="4754880" y="3044952"/>
            <a:ext cx="411480" cy="365760"/>
          </a:xfrm>
          <a:prstGeom prst="rect">
            <a:avLst/>
          </a:prstGeom>
          <a:noFill/>
          <a:ln/>
        </p:spPr>
        <p:txBody>
          <a:bodyPr wrap="square" lIns="0" tIns="0" rIns="0" bIns="0" rtlCol="0" anchor="t"/>
          <a:lstStyle/>
          <a:p>
            <a:pPr indent="0" marL="0">
              <a:buNone/>
            </a:pPr>
            <a:r>
              <a:rPr lang="en-US" sz="2400" b="1" dirty="0">
                <a:solidFill>
                  <a:schemeClr val="accent1"/>
                </a:solidFill>
              </a:rPr>
              <a:t>6</a:t>
            </a:r>
            <a:endParaRPr lang="en-US" sz="2400" dirty="0"/>
          </a:p>
        </p:txBody>
      </p:sp>
      <p:sp>
        <p:nvSpPr>
          <p:cNvPr id="19" name="Text 17"/>
          <p:cNvSpPr txBox="1"/>
          <p:nvPr/>
        </p:nvSpPr>
        <p:spPr>
          <a:xfrm>
            <a:off x="5166360" y="3063240"/>
            <a:ext cx="3429000" cy="256032"/>
          </a:xfrm>
          <a:prstGeom prst="rect">
            <a:avLst/>
          </a:prstGeom>
          <a:noFill/>
          <a:ln/>
        </p:spPr>
        <p:txBody>
          <a:bodyPr wrap="square" lIns="0" tIns="0" rIns="0" bIns="0" rtlCol="0" anchor="t"/>
          <a:lstStyle/>
          <a:p>
            <a:pPr indent="0" marL="0">
              <a:buNone/>
            </a:pPr>
            <a:r>
              <a:rPr lang="en-US" sz="1600" b="1" dirty="0">
                <a:solidFill>
                  <a:schemeClr val="tx1"/>
                </a:solidFill>
              </a:rPr>
              <a:t>Bảng điểm</a:t>
            </a:r>
            <a:endParaRPr lang="en-US" sz="1600" dirty="0"/>
          </a:p>
        </p:txBody>
      </p:sp>
      <p:sp>
        <p:nvSpPr>
          <p:cNvPr id="20" name="Text 18"/>
          <p:cNvSpPr txBox="1"/>
          <p:nvPr/>
        </p:nvSpPr>
        <p:spPr>
          <a:xfrm>
            <a:off x="5166360" y="3337560"/>
            <a:ext cx="3429000" cy="649224"/>
          </a:xfrm>
          <a:prstGeom prst="rect">
            <a:avLst/>
          </a:prstGeom>
          <a:noFill/>
          <a:ln/>
        </p:spPr>
        <p:txBody>
          <a:bodyPr wrap="square" lIns="0" tIns="0" rIns="0" bIns="0" rtlCol="0" anchor="t"/>
          <a:lstStyle/>
          <a:p>
            <a:pPr indent="0" marL="0">
              <a:buNone/>
            </a:pPr>
            <a:r>
              <a:rPr lang="en-US" sz="1200" dirty="0">
                <a:solidFill>
                  <a:schemeClr val="tx2"/>
                </a:solidFill>
              </a:rPr>
              <a:t>Xem trên web, xuất Excel đúng mẫu màu, sổ điểm tự cập nhật.</a:t>
            </a:r>
            <a:endParaRPr lang="en-US" sz="1200" dirty="0"/>
          </a:p>
        </p:txBody>
      </p:sp>
      <p:sp>
        <p:nvSpPr>
          <p:cNvPr id="21" name="Text 19"/>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200" dirty="0">
                <a:solidFill>
                  <a:schemeClr val="tx1"/>
                </a:solidFill>
              </a:rPr>
              <a:t>Bước 1, 2, 4, 5, 6 làm trên máy tính. Bước 3 làm trên điện thoại, mở web, không cần cài app.</a:t>
            </a:r>
            <a:endParaRPr lang="en-US" sz="12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548640"/>
          </a:xfrm>
          <a:prstGeom prst="rect">
            <a:avLst/>
          </a:prstGeom>
          <a:noFill/>
          <a:ln/>
        </p:spPr>
        <p:txBody>
          <a:bodyPr wrap="square" lIns="0" tIns="0" rIns="0" bIns="0" rtlCol="0" anchor="ctr"/>
          <a:lstStyle/>
          <a:p>
            <a:pPr algn="l" indent="0" marL="0">
              <a:buNone/>
            </a:pPr>
            <a:r>
              <a:rPr lang="en-US" sz="2600" b="1" dirty="0">
                <a:solidFill>
                  <a:schemeClr val="tx1"/>
                </a:solidFill>
              </a:rPr>
              <a:t>Bước 1 · Nhập cả lớp từ một file Excel</a:t>
            </a:r>
            <a:endParaRPr lang="en-US" sz="2600" dirty="0"/>
          </a:p>
        </p:txBody>
      </p:sp>
      <p:pic>
        <p:nvPicPr>
          <p:cNvPr id="3" name="import" descr="C:\Users\LAPTOP\AppData\Local\Temp\claude\d--TanKhanh-Lecture-2026-2027-PPL-Lecture\624344c5-fe74-4740-96fa-6c35c6c0c33d\scratchpad\shots\crop\import.png">    </p:cNvPr>
          <p:cNvPicPr>
            <a:picLocks noChangeAspect="1"/>
          </p:cNvPicPr>
          <p:nvPr/>
        </p:nvPicPr>
        <p:blipFill>
          <a:blip r:embed="rId1"/>
          <a:stretch>
            <a:fillRect/>
          </a:stretch>
        </p:blipFill>
        <p:spPr>
          <a:xfrm>
            <a:off x="548640" y="1051560"/>
            <a:ext cx="3960495" cy="3520440"/>
          </a:xfrm>
          <a:prstGeom prst="rect">
            <a:avLst/>
          </a:prstGeom>
        </p:spPr>
      </p:pic>
      <p:sp>
        <p:nvSpPr>
          <p:cNvPr id="4" name="khung import.png"/>
          <p:cNvSpPr/>
          <p:nvPr/>
        </p:nvSpPr>
        <p:spPr>
          <a:xfrm>
            <a:off x="548640" y="1051560"/>
            <a:ext cx="3960495" cy="3520440"/>
          </a:xfrm>
          <a:prstGeom prst="roundRect">
            <a:avLst>
              <a:gd name="adj" fmla="val 1039"/>
            </a:avLst>
          </a:prstGeom>
          <a:ln w="9525">
            <a:solidFill>
              <a:srgbClr val="D1D5DB"/>
            </a:solidFill>
            <a:prstDash val="solid"/>
          </a:ln>
        </p:spPr>
      </p:sp>
      <p:sp>
        <p:nvSpPr>
          <p:cNvPr id="5" name="Text 2"/>
          <p:cNvSpPr txBox="1"/>
          <p:nvPr/>
        </p:nvSpPr>
        <p:spPr>
          <a:xfrm>
            <a:off x="5257800" y="1124712"/>
            <a:ext cx="411480" cy="365760"/>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669280" y="1143000"/>
            <a:ext cx="2926080" cy="256032"/>
          </a:xfrm>
          <a:prstGeom prst="rect">
            <a:avLst/>
          </a:prstGeom>
          <a:noFill/>
          <a:ln/>
        </p:spPr>
        <p:txBody>
          <a:bodyPr wrap="square" lIns="0" tIns="0" rIns="0" bIns="0" rtlCol="0" anchor="t"/>
          <a:lstStyle/>
          <a:p>
            <a:pPr indent="0" marL="0">
              <a:buNone/>
            </a:pPr>
            <a:r>
              <a:rPr lang="en-US" sz="1400" b="1" dirty="0">
                <a:solidFill>
                  <a:schemeClr val="tx1"/>
                </a:solidFill>
              </a:rPr>
              <a:t>Tải file mẫu</a:t>
            </a:r>
            <a:endParaRPr lang="en-US" sz="1400" dirty="0"/>
          </a:p>
        </p:txBody>
      </p:sp>
      <p:sp>
        <p:nvSpPr>
          <p:cNvPr id="7" name="Text 4"/>
          <p:cNvSpPr txBox="1"/>
          <p:nvPr/>
        </p:nvSpPr>
        <p:spPr>
          <a:xfrm>
            <a:off x="5669280" y="1417320"/>
            <a:ext cx="2926080" cy="603504"/>
          </a:xfrm>
          <a:prstGeom prst="rect">
            <a:avLst/>
          </a:prstGeom>
          <a:noFill/>
          <a:ln/>
        </p:spPr>
        <p:txBody>
          <a:bodyPr wrap="square" lIns="0" tIns="0" rIns="0" bIns="0" rtlCol="0" anchor="t"/>
          <a:lstStyle/>
          <a:p>
            <a:pPr indent="0" marL="0">
              <a:buNone/>
            </a:pPr>
            <a:r>
              <a:rPr lang="en-US" sz="1100" dirty="0">
                <a:solidFill>
                  <a:schemeClr val="tx2"/>
                </a:solidFill>
              </a:rPr>
              <a:t>File có sẵn 4 cột: Mã HS, Họ và tên, Ngày sinh, SĐT phụ huynh.</a:t>
            </a:r>
            <a:endParaRPr lang="en-US" sz="1100" dirty="0"/>
          </a:p>
        </p:txBody>
      </p:sp>
      <p:sp>
        <p:nvSpPr>
          <p:cNvPr id="8" name="Text 5"/>
          <p:cNvSpPr txBox="1"/>
          <p:nvPr/>
        </p:nvSpPr>
        <p:spPr>
          <a:xfrm>
            <a:off x="5257800" y="2039112"/>
            <a:ext cx="411480" cy="365760"/>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5669280" y="2057400"/>
            <a:ext cx="2926080" cy="256032"/>
          </a:xfrm>
          <a:prstGeom prst="rect">
            <a:avLst/>
          </a:prstGeom>
          <a:noFill/>
          <a:ln/>
        </p:spPr>
        <p:txBody>
          <a:bodyPr wrap="square" lIns="0" tIns="0" rIns="0" bIns="0" rtlCol="0" anchor="t"/>
          <a:lstStyle/>
          <a:p>
            <a:pPr indent="0" marL="0">
              <a:buNone/>
            </a:pPr>
            <a:r>
              <a:rPr lang="en-US" sz="1400" b="1" dirty="0">
                <a:solidFill>
                  <a:schemeClr val="tx1"/>
                </a:solidFill>
              </a:rPr>
              <a:t>Xem trước khi lưu</a:t>
            </a:r>
            <a:endParaRPr lang="en-US" sz="1400" dirty="0"/>
          </a:p>
        </p:txBody>
      </p:sp>
      <p:sp>
        <p:nvSpPr>
          <p:cNvPr id="10" name="Text 7"/>
          <p:cNvSpPr txBox="1"/>
          <p:nvPr/>
        </p:nvSpPr>
        <p:spPr>
          <a:xfrm>
            <a:off x="5669280" y="2331720"/>
            <a:ext cx="2926080" cy="603504"/>
          </a:xfrm>
          <a:prstGeom prst="rect">
            <a:avLst/>
          </a:prstGeom>
          <a:noFill/>
          <a:ln/>
        </p:spPr>
        <p:txBody>
          <a:bodyPr wrap="square" lIns="0" tIns="0" rIns="0" bIns="0" rtlCol="0" anchor="t"/>
          <a:lstStyle/>
          <a:p>
            <a:pPr indent="0" marL="0">
              <a:buNone/>
            </a:pPr>
            <a:r>
              <a:rPr lang="en-US" sz="1100" dirty="0">
                <a:solidFill>
                  <a:schemeClr val="tx2"/>
                </a:solidFill>
              </a:rPr>
              <a:t>App đếm dòng hợp lệ, dòng tạo mới, dòng cập nhật. Dòng sai ghi rõ lý do theo từng ô.</a:t>
            </a:r>
            <a:endParaRPr lang="en-US" sz="1100" dirty="0"/>
          </a:p>
        </p:txBody>
      </p:sp>
      <p:sp>
        <p:nvSpPr>
          <p:cNvPr id="11" name="Text 8"/>
          <p:cNvSpPr txBox="1"/>
          <p:nvPr/>
        </p:nvSpPr>
        <p:spPr>
          <a:xfrm>
            <a:off x="5257800" y="2953512"/>
            <a:ext cx="411480" cy="365760"/>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5669280" y="2971800"/>
            <a:ext cx="2926080" cy="256032"/>
          </a:xfrm>
          <a:prstGeom prst="rect">
            <a:avLst/>
          </a:prstGeom>
          <a:noFill/>
          <a:ln/>
        </p:spPr>
        <p:txBody>
          <a:bodyPr wrap="square" lIns="0" tIns="0" rIns="0" bIns="0" rtlCol="0" anchor="t"/>
          <a:lstStyle/>
          <a:p>
            <a:pPr indent="0" marL="0">
              <a:buNone/>
            </a:pPr>
            <a:r>
              <a:rPr lang="en-US" sz="1400" b="1" dirty="0">
                <a:solidFill>
                  <a:schemeClr val="tx1"/>
                </a:solidFill>
              </a:rPr>
              <a:t>Không lưu một nửa</a:t>
            </a:r>
            <a:endParaRPr lang="en-US" sz="1400" dirty="0"/>
          </a:p>
        </p:txBody>
      </p:sp>
      <p:sp>
        <p:nvSpPr>
          <p:cNvPr id="13" name="Text 10"/>
          <p:cNvSpPr txBox="1"/>
          <p:nvPr/>
        </p:nvSpPr>
        <p:spPr>
          <a:xfrm>
            <a:off x="5669280" y="3246120"/>
            <a:ext cx="2926080" cy="603504"/>
          </a:xfrm>
          <a:prstGeom prst="rect">
            <a:avLst/>
          </a:prstGeom>
          <a:noFill/>
          <a:ln/>
        </p:spPr>
        <p:txBody>
          <a:bodyPr wrap="square" lIns="0" tIns="0" rIns="0" bIns="0" rtlCol="0" anchor="t"/>
          <a:lstStyle/>
          <a:p>
            <a:pPr indent="0" marL="0">
              <a:buNone/>
            </a:pPr>
            <a:r>
              <a:rPr lang="en-US" sz="1100" dirty="0">
                <a:solidFill>
                  <a:schemeClr val="tx2"/>
                </a:solidFill>
              </a:rPr>
              <a:t>Còn dòng lỗi thì nút Lưu bị khoá. Sửa file rồi chọn lại.</a:t>
            </a:r>
            <a:endParaRPr lang="en-US" sz="1100" dirty="0"/>
          </a:p>
        </p:txBody>
      </p:sp>
      <p:sp>
        <p:nvSpPr>
          <p:cNvPr id="14" name="Text 11"/>
          <p:cNvSpPr txBox="1"/>
          <p:nvPr/>
        </p:nvSpPr>
        <p:spPr>
          <a:xfrm>
            <a:off x="5257800" y="4069080"/>
            <a:ext cx="3337560" cy="365760"/>
          </a:xfrm>
          <a:prstGeom prst="rect">
            <a:avLst/>
          </a:prstGeom>
          <a:noFill/>
          <a:ln/>
        </p:spPr>
        <p:txBody>
          <a:bodyPr wrap="square" lIns="0" tIns="0" rIns="0" bIns="0" rtlCol="0" anchor="ctr"/>
          <a:lstStyle/>
          <a:p>
            <a:pPr indent="0" marL="0">
              <a:buNone/>
            </a:pPr>
            <a:r>
              <a:rPr lang="en-US" sz="1200" b="1" dirty="0">
                <a:solidFill>
                  <a:schemeClr val="accent1"/>
                </a:solidFill>
              </a:rPr>
              <a:t>Lớp 6A1: 12 học sinh vào lớp sau một lần chọn file.</a:t>
            </a:r>
            <a:endParaRPr lang="en-US" sz="12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548640"/>
          </a:xfrm>
          <a:prstGeom prst="rect">
            <a:avLst/>
          </a:prstGeom>
          <a:noFill/>
          <a:ln/>
        </p:spPr>
        <p:txBody>
          <a:bodyPr wrap="square" lIns="0" tIns="0" rIns="0" bIns="0" rtlCol="0" anchor="ctr"/>
          <a:lstStyle/>
          <a:p>
            <a:pPr algn="l" indent="0" marL="0">
              <a:buNone/>
            </a:pPr>
            <a:r>
              <a:rPr lang="en-US" sz="2600" b="1" dirty="0">
                <a:solidFill>
                  <a:schemeClr val="tx1"/>
                </a:solidFill>
              </a:rPr>
              <a:t>Bước 2 · Tạo bài kiểm tra, soạn đề ngay trong app</a:t>
            </a:r>
            <a:endParaRPr lang="en-US" sz="2600" dirty="0"/>
          </a:p>
        </p:txBody>
      </p:sp>
      <p:pic>
        <p:nvPicPr>
          <p:cNvPr id="3" name="inapp-modal" descr="C:\Users\LAPTOP\AppData\Local\Temp\claude\d--TanKhanh-Lecture-2026-2027-PPL-Lecture\624344c5-fe74-4740-96fa-6c35c6c0c33d\scratchpad\shots\crop\inapp-modal.png">    </p:cNvPr>
          <p:cNvPicPr>
            <a:picLocks noChangeAspect="1"/>
          </p:cNvPicPr>
          <p:nvPr/>
        </p:nvPicPr>
        <p:blipFill>
          <a:blip r:embed="rId1"/>
          <a:stretch>
            <a:fillRect/>
          </a:stretch>
        </p:blipFill>
        <p:spPr>
          <a:xfrm>
            <a:off x="548640" y="1051560"/>
            <a:ext cx="3794760" cy="3448123"/>
          </a:xfrm>
          <a:prstGeom prst="rect">
            <a:avLst/>
          </a:prstGeom>
        </p:spPr>
      </p:pic>
      <p:sp>
        <p:nvSpPr>
          <p:cNvPr id="4" name="khung inapp-modal.png"/>
          <p:cNvSpPr/>
          <p:nvPr/>
        </p:nvSpPr>
        <p:spPr>
          <a:xfrm>
            <a:off x="548640" y="1051560"/>
            <a:ext cx="3794760" cy="3448123"/>
          </a:xfrm>
          <a:prstGeom prst="roundRect">
            <a:avLst>
              <a:gd name="adj" fmla="val 1061"/>
            </a:avLst>
          </a:prstGeom>
          <a:ln w="9525">
            <a:solidFill>
              <a:srgbClr val="D1D5DB"/>
            </a:solidFill>
            <a:prstDash val="solid"/>
          </a:ln>
        </p:spPr>
      </p:sp>
      <p:sp>
        <p:nvSpPr>
          <p:cNvPr id="5" name="Text 2"/>
          <p:cNvSpPr txBox="1"/>
          <p:nvPr/>
        </p:nvSpPr>
        <p:spPr>
          <a:xfrm>
            <a:off x="4663440" y="107899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029200" y="1097280"/>
            <a:ext cx="3566160" cy="256032"/>
          </a:xfrm>
          <a:prstGeom prst="rect">
            <a:avLst/>
          </a:prstGeom>
          <a:noFill/>
          <a:ln/>
        </p:spPr>
        <p:txBody>
          <a:bodyPr wrap="square" lIns="0" tIns="0" rIns="0" bIns="0" rtlCol="0" anchor="t"/>
          <a:lstStyle/>
          <a:p>
            <a:pPr indent="0" marL="0">
              <a:buNone/>
            </a:pPr>
            <a:r>
              <a:rPr lang="en-US" sz="1400" b="1" dirty="0">
                <a:solidFill>
                  <a:schemeClr val="tx1"/>
                </a:solidFill>
              </a:rPr>
              <a:t>Bấm "Tạo bài kiểm tra"</a:t>
            </a:r>
            <a:endParaRPr lang="en-US" sz="1400" dirty="0"/>
          </a:p>
        </p:txBody>
      </p:sp>
      <p:sp>
        <p:nvSpPr>
          <p:cNvPr id="7" name="Text 4"/>
          <p:cNvSpPr txBox="1"/>
          <p:nvPr/>
        </p:nvSpPr>
        <p:spPr>
          <a:xfrm>
            <a:off x="5029200" y="1371600"/>
            <a:ext cx="3566160" cy="694944"/>
          </a:xfrm>
          <a:prstGeom prst="rect">
            <a:avLst/>
          </a:prstGeom>
          <a:noFill/>
          <a:ln/>
        </p:spPr>
        <p:txBody>
          <a:bodyPr wrap="square" lIns="0" tIns="0" rIns="0" bIns="0" rtlCol="0" anchor="t"/>
          <a:lstStyle/>
          <a:p>
            <a:pPr indent="0" marL="0">
              <a:buNone/>
            </a:pPr>
            <a:r>
              <a:rPr lang="en-US" sz="1200" dirty="0">
                <a:solidFill>
                  <a:schemeClr val="tx2"/>
                </a:solidFill>
              </a:rPr>
              <a:t>Chọn lớp, ngày kiểm tra, gõ tên bài. Cách chấm: Chụp ảnh, AI chấm.</a:t>
            </a:r>
            <a:endParaRPr lang="en-US" sz="1200" dirty="0"/>
          </a:p>
        </p:txBody>
      </p:sp>
      <p:sp>
        <p:nvSpPr>
          <p:cNvPr id="8" name="Text 5"/>
          <p:cNvSpPr txBox="1"/>
          <p:nvPr/>
        </p:nvSpPr>
        <p:spPr>
          <a:xfrm>
            <a:off x="4663440" y="208483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5029200" y="2103120"/>
            <a:ext cx="3566160" cy="256032"/>
          </a:xfrm>
          <a:prstGeom prst="rect">
            <a:avLst/>
          </a:prstGeom>
          <a:noFill/>
          <a:ln/>
        </p:spPr>
        <p:txBody>
          <a:bodyPr wrap="square" lIns="0" tIns="0" rIns="0" bIns="0" rtlCol="0" anchor="t"/>
          <a:lstStyle/>
          <a:p>
            <a:pPr indent="0" marL="0">
              <a:buNone/>
            </a:pPr>
            <a:r>
              <a:rPr lang="en-US" sz="1400" b="1" dirty="0">
                <a:solidFill>
                  <a:schemeClr val="tx1"/>
                </a:solidFill>
              </a:rPr>
              <a:t>Bấm "Soạn bằng ExamDSL"</a:t>
            </a:r>
            <a:endParaRPr lang="en-US" sz="1400" dirty="0"/>
          </a:p>
        </p:txBody>
      </p:sp>
      <p:sp>
        <p:nvSpPr>
          <p:cNvPr id="10" name="Text 7"/>
          <p:cNvSpPr txBox="1"/>
          <p:nvPr/>
        </p:nvSpPr>
        <p:spPr>
          <a:xfrm>
            <a:off x="5029200" y="2377440"/>
            <a:ext cx="3566160" cy="694944"/>
          </a:xfrm>
          <a:prstGeom prst="rect">
            <a:avLst/>
          </a:prstGeom>
          <a:noFill/>
          <a:ln/>
        </p:spPr>
        <p:txBody>
          <a:bodyPr wrap="square" lIns="0" tIns="0" rIns="0" bIns="0" rtlCol="0" anchor="t"/>
          <a:lstStyle/>
          <a:p>
            <a:pPr indent="0" marL="0">
              <a:buNone/>
            </a:pPr>
            <a:r>
              <a:rPr lang="en-US" sz="1200" dirty="0">
                <a:solidFill>
                  <a:schemeClr val="tx2"/>
                </a:solidFill>
              </a:rPr>
              <a:t>Không cần điền số câu ở đây: số câu, thang điểm, đáp án ghi trong trang soạn đề.</a:t>
            </a:r>
            <a:endParaRPr lang="en-US" sz="1200" dirty="0"/>
          </a:p>
        </p:txBody>
      </p:sp>
      <p:sp>
        <p:nvSpPr>
          <p:cNvPr id="11" name="Text 8"/>
          <p:cNvSpPr txBox="1"/>
          <p:nvPr/>
        </p:nvSpPr>
        <p:spPr>
          <a:xfrm>
            <a:off x="4663440" y="309067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5029200" y="3108960"/>
            <a:ext cx="3566160" cy="256032"/>
          </a:xfrm>
          <a:prstGeom prst="rect">
            <a:avLst/>
          </a:prstGeom>
          <a:noFill/>
          <a:ln/>
        </p:spPr>
        <p:txBody>
          <a:bodyPr wrap="square" lIns="0" tIns="0" rIns="0" bIns="0" rtlCol="0" anchor="t"/>
          <a:lstStyle/>
          <a:p>
            <a:pPr indent="0" marL="0">
              <a:buNone/>
            </a:pPr>
            <a:r>
              <a:rPr lang="en-US" sz="1400" b="1" dirty="0">
                <a:solidFill>
                  <a:schemeClr val="tx1"/>
                </a:solidFill>
              </a:rPr>
              <a:t>Trang soạn đề mở ra</a:t>
            </a:r>
            <a:endParaRPr lang="en-US" sz="1400" dirty="0"/>
          </a:p>
        </p:txBody>
      </p:sp>
      <p:sp>
        <p:nvSpPr>
          <p:cNvPr id="13" name="Text 10"/>
          <p:cNvSpPr txBox="1"/>
          <p:nvPr/>
        </p:nvSpPr>
        <p:spPr>
          <a:xfrm>
            <a:off x="5029200" y="3383280"/>
            <a:ext cx="3566160" cy="694944"/>
          </a:xfrm>
          <a:prstGeom prst="rect">
            <a:avLst/>
          </a:prstGeom>
          <a:noFill/>
          <a:ln/>
        </p:spPr>
        <p:txBody>
          <a:bodyPr wrap="square" lIns="0" tIns="0" rIns="0" bIns="0" rtlCol="0" anchor="t"/>
          <a:lstStyle/>
          <a:p>
            <a:pPr indent="0" marL="0">
              <a:buNone/>
            </a:pPr>
            <a:r>
              <a:rPr lang="en-US" sz="1200" dirty="0">
                <a:solidFill>
                  <a:schemeClr val="tx2"/>
                </a:solidFill>
              </a:rPr>
              <a:t>Có sẵn file mẫu: 20 câu, 2 phần. Sửa theo đề thật rồi ghi đáp án.</a:t>
            </a:r>
            <a:endParaRPr lang="en-US" sz="1200" dirty="0"/>
          </a:p>
        </p:txBody>
      </p:sp>
      <p:sp>
        <p:nvSpPr>
          <p:cNvPr id="14" name="Text 11"/>
          <p:cNvSpPr txBox="1"/>
          <p:nvPr/>
        </p:nvSpPr>
        <p:spPr>
          <a:xfrm>
            <a:off x="5029200" y="4114800"/>
            <a:ext cx="3566160" cy="457200"/>
          </a:xfrm>
          <a:prstGeom prst="rect">
            <a:avLst/>
          </a:prstGeom>
          <a:noFill/>
          <a:ln/>
        </p:spPr>
        <p:txBody>
          <a:bodyPr wrap="square" lIns="0" tIns="0" rIns="0" bIns="0" rtlCol="0" anchor="t"/>
          <a:lstStyle/>
          <a:p>
            <a:pPr indent="0" marL="0">
              <a:buNone/>
            </a:pPr>
            <a:r>
              <a:rPr lang="en-US" sz="1100" dirty="0">
                <a:solidFill>
                  <a:schemeClr val="tx2"/>
                </a:solidFill>
              </a:rPr>
              <a:t>Bài đã tạo từ trước vẫn soạn được: trang bài kiểm tra có nút "Soạn bằng ExamDSL" (slide 7).</a:t>
            </a:r>
            <a:endParaRPr lang="en-US" sz="11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548640"/>
          </a:xfrm>
          <a:prstGeom prst="rect">
            <a:avLst/>
          </a:prstGeom>
          <a:noFill/>
          <a:ln/>
        </p:spPr>
        <p:txBody>
          <a:bodyPr wrap="square" lIns="0" tIns="0" rIns="0" bIns="0" rtlCol="0" anchor="ctr"/>
          <a:lstStyle/>
          <a:p>
            <a:pPr algn="l" indent="0" marL="0">
              <a:buNone/>
            </a:pPr>
            <a:r>
              <a:rPr lang="en-US" sz="2600" b="1" dirty="0">
                <a:solidFill>
                  <a:schemeClr val="tx1"/>
                </a:solidFill>
              </a:rPr>
              <a:t>Gõ sai là thấy ngay, trước khi lưu</a:t>
            </a:r>
            <a:endParaRPr lang="en-US" sz="2600" dirty="0"/>
          </a:p>
        </p:txBody>
      </p:sp>
      <p:pic>
        <p:nvPicPr>
          <p:cNvPr id="3" name="inapp-errors" descr="C:\Users\LAPTOP\AppData\Local\Temp\claude\d--TanKhanh-Lecture-2026-2027-PPL-Lecture\624344c5-fe74-4740-96fa-6c35c6c0c33d\scratchpad\shots\crop\inapp-errors.png">    </p:cNvPr>
          <p:cNvPicPr>
            <a:picLocks noChangeAspect="1"/>
          </p:cNvPicPr>
          <p:nvPr/>
        </p:nvPicPr>
        <p:blipFill>
          <a:blip r:embed="rId1"/>
          <a:stretch>
            <a:fillRect/>
          </a:stretch>
        </p:blipFill>
        <p:spPr>
          <a:xfrm>
            <a:off x="548640" y="1005840"/>
            <a:ext cx="2947931" cy="3611880"/>
          </a:xfrm>
          <a:prstGeom prst="rect">
            <a:avLst/>
          </a:prstGeom>
        </p:spPr>
      </p:pic>
      <p:sp>
        <p:nvSpPr>
          <p:cNvPr id="4" name="khung inapp-errors.png"/>
          <p:cNvSpPr/>
          <p:nvPr/>
        </p:nvSpPr>
        <p:spPr>
          <a:xfrm>
            <a:off x="548640" y="1005840"/>
            <a:ext cx="2947931" cy="3611880"/>
          </a:xfrm>
          <a:prstGeom prst="roundRect">
            <a:avLst>
              <a:gd name="adj" fmla="val 1241"/>
            </a:avLst>
          </a:prstGeom>
          <a:ln w="9525">
            <a:solidFill>
              <a:srgbClr val="D1D5DB"/>
            </a:solidFill>
            <a:prstDash val="solid"/>
          </a:ln>
        </p:spPr>
      </p:sp>
      <p:sp>
        <p:nvSpPr>
          <p:cNvPr id="5" name="Shape 2"/>
          <p:cNvSpPr/>
          <p:nvPr/>
        </p:nvSpPr>
        <p:spPr>
          <a:xfrm>
            <a:off x="5440680" y="1097280"/>
            <a:ext cx="3154680" cy="960120"/>
          </a:xfrm>
          <a:prstGeom prst="roundRect">
            <a:avLst>
              <a:gd name="adj" fmla="val 7619"/>
            </a:avLst>
          </a:prstGeom>
          <a:solidFill>
            <a:srgbClr val="FEF3F2"/>
          </a:solidFill>
          <a:ln/>
        </p:spPr>
      </p:sp>
      <p:sp>
        <p:nvSpPr>
          <p:cNvPr id="6" name="Text 3"/>
          <p:cNvSpPr txBox="1"/>
          <p:nvPr/>
        </p:nvSpPr>
        <p:spPr>
          <a:xfrm>
            <a:off x="5577840" y="1207008"/>
            <a:ext cx="640080" cy="237744"/>
          </a:xfrm>
          <a:prstGeom prst="rect">
            <a:avLst/>
          </a:prstGeom>
          <a:noFill/>
          <a:ln/>
        </p:spPr>
        <p:txBody>
          <a:bodyPr wrap="square" lIns="0" tIns="0" rIns="0" bIns="0" rtlCol="0" anchor="ctr"/>
          <a:lstStyle/>
          <a:p>
            <a:pPr indent="0" marL="0">
              <a:buNone/>
            </a:pPr>
            <a:r>
              <a:rPr lang="en-US" sz="1100" b="1" dirty="0">
                <a:solidFill>
                  <a:srgbClr val="B42318"/>
                </a:solidFill>
              </a:rPr>
              <a:t>Dòng 13</a:t>
            </a:r>
            <a:endParaRPr lang="en-US" sz="1100" dirty="0"/>
          </a:p>
        </p:txBody>
      </p:sp>
      <p:sp>
        <p:nvSpPr>
          <p:cNvPr id="7" name="Text 4"/>
          <p:cNvSpPr txBox="1"/>
          <p:nvPr/>
        </p:nvSpPr>
        <p:spPr>
          <a:xfrm>
            <a:off x="5577840" y="1444752"/>
            <a:ext cx="2926080" cy="292608"/>
          </a:xfrm>
          <a:prstGeom prst="rect">
            <a:avLst/>
          </a:prstGeom>
          <a:noFill/>
          <a:ln/>
        </p:spPr>
        <p:txBody>
          <a:bodyPr wrap="square" lIns="0" tIns="0" rIns="0" bIns="0" rtlCol="0" anchor="ctr"/>
          <a:lstStyle/>
          <a:p>
            <a:pPr indent="0" marL="0">
              <a:buNone/>
            </a:pPr>
            <a:r>
              <a:rPr lang="en-US" sz="1200" b="1" dirty="0">
                <a:solidFill>
                  <a:schemeClr val="tx1"/>
                </a:solidFill>
              </a:rPr>
              <a:t>Khoảng 1-8 có 8 câu, chỉ có 7 đáp án</a:t>
            </a:r>
            <a:endParaRPr lang="en-US" sz="1200" dirty="0"/>
          </a:p>
        </p:txBody>
      </p:sp>
      <p:sp>
        <p:nvSpPr>
          <p:cNvPr id="8" name="Text 5"/>
          <p:cNvSpPr txBox="1"/>
          <p:nvPr/>
        </p:nvSpPr>
        <p:spPr>
          <a:xfrm>
            <a:off x="5577840" y="1737360"/>
            <a:ext cx="2926080" cy="256032"/>
          </a:xfrm>
          <a:prstGeom prst="rect">
            <a:avLst/>
          </a:prstGeom>
          <a:noFill/>
          <a:ln/>
        </p:spPr>
        <p:txBody>
          <a:bodyPr wrap="square" lIns="0" tIns="0" rIns="0" bIns="0" rtlCol="0" anchor="ctr"/>
          <a:lstStyle/>
          <a:p>
            <a:pPr indent="0" marL="0">
              <a:buNone/>
            </a:pPr>
            <a:r>
              <a:rPr lang="en-US" sz="1000" dirty="0">
                <a:solidFill>
                  <a:schemeClr val="tx2"/>
                </a:solidFill>
              </a:rPr>
              <a:t>Quên gõ một đáp án</a:t>
            </a:r>
            <a:endParaRPr lang="en-US" sz="1000" dirty="0"/>
          </a:p>
        </p:txBody>
      </p:sp>
      <p:sp>
        <p:nvSpPr>
          <p:cNvPr id="9" name="Shape 6"/>
          <p:cNvSpPr/>
          <p:nvPr/>
        </p:nvSpPr>
        <p:spPr>
          <a:xfrm>
            <a:off x="5440680" y="2194560"/>
            <a:ext cx="3154680" cy="960120"/>
          </a:xfrm>
          <a:prstGeom prst="roundRect">
            <a:avLst>
              <a:gd name="adj" fmla="val 7619"/>
            </a:avLst>
          </a:prstGeom>
          <a:solidFill>
            <a:srgbClr val="FEF3F2"/>
          </a:solidFill>
          <a:ln/>
        </p:spPr>
      </p:sp>
      <p:sp>
        <p:nvSpPr>
          <p:cNvPr id="10" name="Text 7"/>
          <p:cNvSpPr txBox="1"/>
          <p:nvPr/>
        </p:nvSpPr>
        <p:spPr>
          <a:xfrm>
            <a:off x="5577840" y="2304288"/>
            <a:ext cx="640080" cy="237744"/>
          </a:xfrm>
          <a:prstGeom prst="rect">
            <a:avLst/>
          </a:prstGeom>
          <a:noFill/>
          <a:ln/>
        </p:spPr>
        <p:txBody>
          <a:bodyPr wrap="square" lIns="0" tIns="0" rIns="0" bIns="0" rtlCol="0" anchor="ctr"/>
          <a:lstStyle/>
          <a:p>
            <a:pPr indent="0" marL="0">
              <a:buNone/>
            </a:pPr>
            <a:r>
              <a:rPr lang="en-US" sz="1100" b="1" dirty="0">
                <a:solidFill>
                  <a:srgbClr val="B42318"/>
                </a:solidFill>
              </a:rPr>
              <a:t>Dòng 23</a:t>
            </a:r>
            <a:endParaRPr lang="en-US" sz="1100" dirty="0"/>
          </a:p>
        </p:txBody>
      </p:sp>
      <p:sp>
        <p:nvSpPr>
          <p:cNvPr id="11" name="Text 8"/>
          <p:cNvSpPr txBox="1"/>
          <p:nvPr/>
        </p:nvSpPr>
        <p:spPr>
          <a:xfrm>
            <a:off x="5577840" y="2542032"/>
            <a:ext cx="2926080" cy="292608"/>
          </a:xfrm>
          <a:prstGeom prst="rect">
            <a:avLst/>
          </a:prstGeom>
          <a:noFill/>
          <a:ln/>
        </p:spPr>
        <p:txBody>
          <a:bodyPr wrap="square" lIns="0" tIns="0" rIns="0" bIns="0" rtlCol="0" anchor="ctr"/>
          <a:lstStyle/>
          <a:p>
            <a:pPr indent="0" marL="0">
              <a:buNone/>
            </a:pPr>
            <a:r>
              <a:rPr lang="en-US" sz="1200" b="1" dirty="0">
                <a:solidFill>
                  <a:schemeClr val="tx1"/>
                </a:solidFill>
              </a:rPr>
              <a:t>Không có trường "statu"</a:t>
            </a:r>
            <a:endParaRPr lang="en-US" sz="1200" dirty="0"/>
          </a:p>
        </p:txBody>
      </p:sp>
      <p:sp>
        <p:nvSpPr>
          <p:cNvPr id="12" name="Text 9"/>
          <p:cNvSpPr txBox="1"/>
          <p:nvPr/>
        </p:nvSpPr>
        <p:spPr>
          <a:xfrm>
            <a:off x="5577840" y="2834640"/>
            <a:ext cx="2926080" cy="256032"/>
          </a:xfrm>
          <a:prstGeom prst="rect">
            <a:avLst/>
          </a:prstGeom>
          <a:noFill/>
          <a:ln/>
        </p:spPr>
        <p:txBody>
          <a:bodyPr wrap="square" lIns="0" tIns="0" rIns="0" bIns="0" rtlCol="0" anchor="ctr"/>
          <a:lstStyle/>
          <a:p>
            <a:pPr indent="0" marL="0">
              <a:buNone/>
            </a:pPr>
            <a:r>
              <a:rPr lang="en-US" sz="1000" dirty="0">
                <a:solidFill>
                  <a:schemeClr val="tx2"/>
                </a:solidFill>
              </a:rPr>
              <a:t>App gợi ý: có phải ý bạn là "status"?</a:t>
            </a:r>
            <a:endParaRPr lang="en-US" sz="1000" dirty="0"/>
          </a:p>
        </p:txBody>
      </p:sp>
      <p:sp>
        <p:nvSpPr>
          <p:cNvPr id="13" name="Text 10"/>
          <p:cNvSpPr txBox="1"/>
          <p:nvPr/>
        </p:nvSpPr>
        <p:spPr>
          <a:xfrm>
            <a:off x="5440680" y="3337560"/>
            <a:ext cx="3154680" cy="1188720"/>
          </a:xfrm>
          <a:prstGeom prst="rect">
            <a:avLst/>
          </a:prstGeom>
          <a:noFill/>
          <a:ln/>
        </p:spPr>
        <p:txBody>
          <a:bodyPr wrap="square" lIns="0" tIns="0" rIns="0" bIns="0" rtlCol="0" anchor="t"/>
          <a:lstStyle/>
          <a:p>
            <a:pPr indent="0" marL="0">
              <a:buNone/>
            </a:pPr>
            <a:r>
              <a:rPr lang="en-US" sz="1200" dirty="0">
                <a:solidFill>
                  <a:schemeClr val="tx1"/>
                </a:solidFill>
              </a:rPr>
              <a:t>Dòng sai gạch đỏ, lề trái có chấm đỏ. Bấm vào lỗi bên dưới để nhảy tới đúng dòng. Còn lỗi thì nút Lưu bị khoá.</a:t>
            </a:r>
            <a:endParaRPr lang="en-US" sz="12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548640"/>
          </a:xfrm>
          <a:prstGeom prst="rect">
            <a:avLst/>
          </a:prstGeom>
          <a:noFill/>
          <a:ln/>
        </p:spPr>
        <p:txBody>
          <a:bodyPr wrap="square" lIns="0" tIns="0" rIns="0" bIns="0" rtlCol="0" anchor="ctr"/>
          <a:lstStyle/>
          <a:p>
            <a:pPr algn="l" indent="0" marL="0">
              <a:buNone/>
            </a:pPr>
            <a:r>
              <a:rPr lang="en-US" sz="2600" b="1" dirty="0">
                <a:solidFill>
                  <a:schemeClr val="tx1"/>
                </a:solidFill>
              </a:rPr>
              <a:t>Bấm "Tạo bài kiểm tra" là xong</a:t>
            </a:r>
            <a:endParaRPr lang="en-US" sz="2600" dirty="0"/>
          </a:p>
        </p:txBody>
      </p:sp>
      <p:pic>
        <p:nvPicPr>
          <p:cNvPr id="3" name="inapp-new-ready" descr="C:\Users\LAPTOP\AppData\Local\Temp\claude\d--TanKhanh-Lecture-2026-2027-PPL-Lecture\624344c5-fe74-4740-96fa-6c35c6c0c33d\scratchpad\shots\crop\inapp-new-ready.png">    </p:cNvPr>
          <p:cNvPicPr>
            <a:picLocks noChangeAspect="1"/>
          </p:cNvPicPr>
          <p:nvPr/>
        </p:nvPicPr>
        <p:blipFill>
          <a:blip r:embed="rId1"/>
          <a:stretch>
            <a:fillRect/>
          </a:stretch>
        </p:blipFill>
        <p:spPr>
          <a:xfrm>
            <a:off x="548640" y="1005840"/>
            <a:ext cx="4937760" cy="3557059"/>
          </a:xfrm>
          <a:prstGeom prst="rect">
            <a:avLst/>
          </a:prstGeom>
        </p:spPr>
      </p:pic>
      <p:sp>
        <p:nvSpPr>
          <p:cNvPr id="4" name="khung inapp-new-ready.png"/>
          <p:cNvSpPr/>
          <p:nvPr/>
        </p:nvSpPr>
        <p:spPr>
          <a:xfrm>
            <a:off x="548640" y="1005840"/>
            <a:ext cx="4937760" cy="3557059"/>
          </a:xfrm>
          <a:prstGeom prst="roundRect">
            <a:avLst>
              <a:gd name="adj" fmla="val 1028"/>
            </a:avLst>
          </a:prstGeom>
          <a:ln w="9525">
            <a:solidFill>
              <a:srgbClr val="D1D5DB"/>
            </a:solidFill>
            <a:prstDash val="solid"/>
          </a:ln>
        </p:spPr>
      </p:sp>
      <p:sp>
        <p:nvSpPr>
          <p:cNvPr id="5" name="Text 2"/>
          <p:cNvSpPr txBox="1"/>
          <p:nvPr/>
        </p:nvSpPr>
        <p:spPr>
          <a:xfrm>
            <a:off x="5806440" y="107899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6172200" y="1097280"/>
            <a:ext cx="2423160" cy="256032"/>
          </a:xfrm>
          <a:prstGeom prst="rect">
            <a:avLst/>
          </a:prstGeom>
          <a:noFill/>
          <a:ln/>
        </p:spPr>
        <p:txBody>
          <a:bodyPr wrap="square" lIns="0" tIns="0" rIns="0" bIns="0" rtlCol="0" anchor="t"/>
          <a:lstStyle/>
          <a:p>
            <a:pPr indent="0" marL="0">
              <a:buNone/>
            </a:pPr>
            <a:r>
              <a:rPr lang="en-US" sz="1400" b="1" dirty="0">
                <a:solidFill>
                  <a:schemeClr val="tx1"/>
                </a:solidFill>
              </a:rPr>
              <a:t>Xem lại bên phải</a:t>
            </a:r>
            <a:endParaRPr lang="en-US" sz="1400" dirty="0"/>
          </a:p>
        </p:txBody>
      </p:sp>
      <p:sp>
        <p:nvSpPr>
          <p:cNvPr id="7" name="Text 4"/>
          <p:cNvSpPr txBox="1"/>
          <p:nvPr/>
        </p:nvSpPr>
        <p:spPr>
          <a:xfrm>
            <a:off x="6172200" y="1371600"/>
            <a:ext cx="2423160" cy="786384"/>
          </a:xfrm>
          <a:prstGeom prst="rect">
            <a:avLst/>
          </a:prstGeom>
          <a:noFill/>
          <a:ln/>
        </p:spPr>
        <p:txBody>
          <a:bodyPr wrap="square" lIns="0" tIns="0" rIns="0" bIns="0" rtlCol="0" anchor="t"/>
          <a:lstStyle/>
          <a:p>
            <a:pPr indent="0" marL="0">
              <a:buNone/>
            </a:pPr>
            <a:r>
              <a:rPr lang="en-US" sz="1100" dirty="0">
                <a:solidFill>
                  <a:schemeClr val="tx2"/>
                </a:solidFill>
              </a:rPr>
              <a:t>Tab Tổng quan: điểm từng câu do app chia theo phần. Tab Đáp án: lưới 20 câu.</a:t>
            </a:r>
            <a:endParaRPr lang="en-US" sz="1100" dirty="0"/>
          </a:p>
        </p:txBody>
      </p:sp>
      <p:sp>
        <p:nvSpPr>
          <p:cNvPr id="8" name="Text 5"/>
          <p:cNvSpPr txBox="1"/>
          <p:nvPr/>
        </p:nvSpPr>
        <p:spPr>
          <a:xfrm>
            <a:off x="5806440" y="217627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6172200" y="2194560"/>
            <a:ext cx="2423160" cy="256032"/>
          </a:xfrm>
          <a:prstGeom prst="rect">
            <a:avLst/>
          </a:prstGeom>
          <a:noFill/>
          <a:ln/>
        </p:spPr>
        <p:txBody>
          <a:bodyPr wrap="square" lIns="0" tIns="0" rIns="0" bIns="0" rtlCol="0" anchor="t"/>
          <a:lstStyle/>
          <a:p>
            <a:pPr indent="0" marL="0">
              <a:buNone/>
            </a:pPr>
            <a:r>
              <a:rPr lang="en-US" sz="1400" b="1" dirty="0">
                <a:solidFill>
                  <a:schemeClr val="tx1"/>
                </a:solidFill>
              </a:rPr>
              <a:t>Bấm "Tạo bài kiểm tra"</a:t>
            </a:r>
            <a:endParaRPr lang="en-US" sz="1400" dirty="0"/>
          </a:p>
        </p:txBody>
      </p:sp>
      <p:sp>
        <p:nvSpPr>
          <p:cNvPr id="10" name="Text 7"/>
          <p:cNvSpPr txBox="1"/>
          <p:nvPr/>
        </p:nvSpPr>
        <p:spPr>
          <a:xfrm>
            <a:off x="6172200" y="2468880"/>
            <a:ext cx="2423160" cy="786384"/>
          </a:xfrm>
          <a:prstGeom prst="rect">
            <a:avLst/>
          </a:prstGeom>
          <a:noFill/>
          <a:ln/>
        </p:spPr>
        <p:txBody>
          <a:bodyPr wrap="square" lIns="0" tIns="0" rIns="0" bIns="0" rtlCol="0" anchor="t"/>
          <a:lstStyle/>
          <a:p>
            <a:pPr indent="0" marL="0">
              <a:buNone/>
            </a:pPr>
            <a:r>
              <a:rPr lang="en-US" sz="1100" dirty="0">
                <a:solidFill>
                  <a:schemeClr val="tx2"/>
                </a:solidFill>
              </a:rPr>
              <a:t>App tạo bài, ghi đáp án và lưu file đề cùng lúc.</a:t>
            </a:r>
            <a:endParaRPr lang="en-US" sz="1100" dirty="0"/>
          </a:p>
        </p:txBody>
      </p:sp>
      <p:sp>
        <p:nvSpPr>
          <p:cNvPr id="11" name="Text 8"/>
          <p:cNvSpPr txBox="1"/>
          <p:nvPr/>
        </p:nvSpPr>
        <p:spPr>
          <a:xfrm>
            <a:off x="5806440" y="327355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6172200" y="3291840"/>
            <a:ext cx="2423160" cy="256032"/>
          </a:xfrm>
          <a:prstGeom prst="rect">
            <a:avLst/>
          </a:prstGeom>
          <a:noFill/>
          <a:ln/>
        </p:spPr>
        <p:txBody>
          <a:bodyPr wrap="square" lIns="0" tIns="0" rIns="0" bIns="0" rtlCol="0" anchor="t"/>
          <a:lstStyle/>
          <a:p>
            <a:pPr indent="0" marL="0">
              <a:buNone/>
            </a:pPr>
            <a:r>
              <a:rPr lang="en-US" sz="1400" b="1" dirty="0">
                <a:solidFill>
                  <a:schemeClr val="tx1"/>
                </a:solidFill>
              </a:rPr>
              <a:t>Mở bài vừa tạo</a:t>
            </a:r>
            <a:endParaRPr lang="en-US" sz="1400" dirty="0"/>
          </a:p>
        </p:txBody>
      </p:sp>
      <p:sp>
        <p:nvSpPr>
          <p:cNvPr id="13" name="Text 10"/>
          <p:cNvSpPr txBox="1"/>
          <p:nvPr/>
        </p:nvSpPr>
        <p:spPr>
          <a:xfrm>
            <a:off x="6172200" y="3566160"/>
            <a:ext cx="2423160" cy="786384"/>
          </a:xfrm>
          <a:prstGeom prst="rect">
            <a:avLst/>
          </a:prstGeom>
          <a:noFill/>
          <a:ln/>
        </p:spPr>
        <p:txBody>
          <a:bodyPr wrap="square" lIns="0" tIns="0" rIns="0" bIns="0" rtlCol="0" anchor="t"/>
          <a:lstStyle/>
          <a:p>
            <a:pPr indent="0" marL="0">
              <a:buNone/>
            </a:pPr>
            <a:r>
              <a:rPr lang="en-US" sz="1100" dirty="0">
                <a:solidFill>
                  <a:schemeClr val="tx2"/>
                </a:solidFill>
              </a:rPr>
              <a:t>Đủ câu, đủ đáp án, sẵn sàng chụp bài.</a:t>
            </a:r>
            <a:endParaRPr lang="en-US" sz="11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548640"/>
          </a:xfrm>
          <a:prstGeom prst="rect">
            <a:avLst/>
          </a:prstGeom>
          <a:noFill/>
          <a:ln/>
        </p:spPr>
        <p:txBody>
          <a:bodyPr wrap="square" lIns="0" tIns="0" rIns="0" bIns="0" rtlCol="0" anchor="ctr"/>
          <a:lstStyle/>
          <a:p>
            <a:pPr algn="l" indent="0" marL="0">
              <a:buNone/>
            </a:pPr>
            <a:r>
              <a:rPr lang="en-US" sz="2600" b="1" dirty="0">
                <a:solidFill>
                  <a:schemeClr val="tx1"/>
                </a:solidFill>
              </a:rPr>
              <a:t>Sửa đề sau này: nút "Soạn bằng ExamDSL"</a:t>
            </a:r>
            <a:endParaRPr lang="en-US" sz="2600" dirty="0"/>
          </a:p>
        </p:txBody>
      </p:sp>
      <p:pic>
        <p:nvPicPr>
          <p:cNvPr id="3" name="inapp-edit-keys" descr="C:\Users\LAPTOP\AppData\Local\Temp\claude\d--TanKhanh-Lecture-2026-2027-PPL-Lecture\624344c5-fe74-4740-96fa-6c35c6c0c33d\scratchpad\shots\crop\inapp-edit-keys.png">    </p:cNvPr>
          <p:cNvPicPr>
            <a:picLocks noChangeAspect="1"/>
          </p:cNvPicPr>
          <p:nvPr/>
        </p:nvPicPr>
        <p:blipFill>
          <a:blip r:embed="rId1"/>
          <a:stretch>
            <a:fillRect/>
          </a:stretch>
        </p:blipFill>
        <p:spPr>
          <a:xfrm>
            <a:off x="548640" y="1005840"/>
            <a:ext cx="4937760" cy="3557059"/>
          </a:xfrm>
          <a:prstGeom prst="rect">
            <a:avLst/>
          </a:prstGeom>
        </p:spPr>
      </p:pic>
      <p:sp>
        <p:nvSpPr>
          <p:cNvPr id="4" name="khung inapp-edit-keys.png"/>
          <p:cNvSpPr/>
          <p:nvPr/>
        </p:nvSpPr>
        <p:spPr>
          <a:xfrm>
            <a:off x="548640" y="1005840"/>
            <a:ext cx="4937760" cy="3557059"/>
          </a:xfrm>
          <a:prstGeom prst="roundRect">
            <a:avLst>
              <a:gd name="adj" fmla="val 1028"/>
            </a:avLst>
          </a:prstGeom>
          <a:ln w="9525">
            <a:solidFill>
              <a:srgbClr val="D1D5DB"/>
            </a:solidFill>
            <a:prstDash val="solid"/>
          </a:ln>
        </p:spPr>
      </p:sp>
      <p:sp>
        <p:nvSpPr>
          <p:cNvPr id="5" name="Text 2"/>
          <p:cNvSpPr txBox="1"/>
          <p:nvPr/>
        </p:nvSpPr>
        <p:spPr>
          <a:xfrm>
            <a:off x="5806440" y="107899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6172200" y="1097280"/>
            <a:ext cx="2423160" cy="256032"/>
          </a:xfrm>
          <a:prstGeom prst="rect">
            <a:avLst/>
          </a:prstGeom>
          <a:noFill/>
          <a:ln/>
        </p:spPr>
        <p:txBody>
          <a:bodyPr wrap="square" lIns="0" tIns="0" rIns="0" bIns="0" rtlCol="0" anchor="t"/>
          <a:lstStyle/>
          <a:p>
            <a:pPr indent="0" marL="0">
              <a:buNone/>
            </a:pPr>
            <a:r>
              <a:rPr lang="en-US" sz="1400" b="1" dirty="0">
                <a:solidFill>
                  <a:schemeClr val="tx1"/>
                </a:solidFill>
              </a:rPr>
              <a:t>Mở trang bài kiểm tra</a:t>
            </a:r>
            <a:endParaRPr lang="en-US" sz="1400" dirty="0"/>
          </a:p>
        </p:txBody>
      </p:sp>
      <p:sp>
        <p:nvSpPr>
          <p:cNvPr id="7" name="Text 4"/>
          <p:cNvSpPr txBox="1"/>
          <p:nvPr/>
        </p:nvSpPr>
        <p:spPr>
          <a:xfrm>
            <a:off x="6172200" y="1371600"/>
            <a:ext cx="2423160" cy="786384"/>
          </a:xfrm>
          <a:prstGeom prst="rect">
            <a:avLst/>
          </a:prstGeom>
          <a:noFill/>
          <a:ln/>
        </p:spPr>
        <p:txBody>
          <a:bodyPr wrap="square" lIns="0" tIns="0" rIns="0" bIns="0" rtlCol="0" anchor="t"/>
          <a:lstStyle/>
          <a:p>
            <a:pPr indent="0" marL="0">
              <a:buNone/>
            </a:pPr>
            <a:r>
              <a:rPr lang="en-US" sz="1100" dirty="0">
                <a:solidFill>
                  <a:schemeClr val="tx2"/>
                </a:solidFill>
              </a:rPr>
              <a:t>Ở thẻ "Thông tin và đáp án", bấm "Soạn bằng ExamDSL".</a:t>
            </a:r>
            <a:endParaRPr lang="en-US" sz="1100" dirty="0"/>
          </a:p>
        </p:txBody>
      </p:sp>
      <p:sp>
        <p:nvSpPr>
          <p:cNvPr id="8" name="Text 5"/>
          <p:cNvSpPr txBox="1"/>
          <p:nvPr/>
        </p:nvSpPr>
        <p:spPr>
          <a:xfrm>
            <a:off x="5806440" y="217627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6172200" y="2194560"/>
            <a:ext cx="2423160" cy="256032"/>
          </a:xfrm>
          <a:prstGeom prst="rect">
            <a:avLst/>
          </a:prstGeom>
          <a:noFill/>
          <a:ln/>
        </p:spPr>
        <p:txBody>
          <a:bodyPr wrap="square" lIns="0" tIns="0" rIns="0" bIns="0" rtlCol="0" anchor="t"/>
          <a:lstStyle/>
          <a:p>
            <a:pPr indent="0" marL="0">
              <a:buNone/>
            </a:pPr>
            <a:r>
              <a:rPr lang="en-US" sz="1400" b="1" dirty="0">
                <a:solidFill>
                  <a:schemeClr val="tx1"/>
                </a:solidFill>
              </a:rPr>
              <a:t>Sửa trong file đề</a:t>
            </a:r>
            <a:endParaRPr lang="en-US" sz="1400" dirty="0"/>
          </a:p>
        </p:txBody>
      </p:sp>
      <p:sp>
        <p:nvSpPr>
          <p:cNvPr id="10" name="Text 7"/>
          <p:cNvSpPr txBox="1"/>
          <p:nvPr/>
        </p:nvSpPr>
        <p:spPr>
          <a:xfrm>
            <a:off x="6172200" y="2468880"/>
            <a:ext cx="2423160" cy="786384"/>
          </a:xfrm>
          <a:prstGeom prst="rect">
            <a:avLst/>
          </a:prstGeom>
          <a:noFill/>
          <a:ln/>
        </p:spPr>
        <p:txBody>
          <a:bodyPr wrap="square" lIns="0" tIns="0" rIns="0" bIns="0" rtlCol="0" anchor="t"/>
          <a:lstStyle/>
          <a:p>
            <a:pPr indent="0" marL="0">
              <a:buNone/>
            </a:pPr>
            <a:r>
              <a:rPr lang="en-US" sz="1100" dirty="0">
                <a:solidFill>
                  <a:schemeClr val="tx2"/>
                </a:solidFill>
              </a:rPr>
              <a:t>Đổi đáp án, thêm cách viết đúng cho câu điền từ, đổi điểm từng phần.</a:t>
            </a:r>
            <a:endParaRPr lang="en-US" sz="1100" dirty="0"/>
          </a:p>
        </p:txBody>
      </p:sp>
      <p:sp>
        <p:nvSpPr>
          <p:cNvPr id="11" name="Text 8"/>
          <p:cNvSpPr txBox="1"/>
          <p:nvPr/>
        </p:nvSpPr>
        <p:spPr>
          <a:xfrm>
            <a:off x="5806440" y="327355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6172200" y="3291840"/>
            <a:ext cx="2423160" cy="256032"/>
          </a:xfrm>
          <a:prstGeom prst="rect">
            <a:avLst/>
          </a:prstGeom>
          <a:noFill/>
          <a:ln/>
        </p:spPr>
        <p:txBody>
          <a:bodyPr wrap="square" lIns="0" tIns="0" rIns="0" bIns="0" rtlCol="0" anchor="t"/>
          <a:lstStyle/>
          <a:p>
            <a:pPr indent="0" marL="0">
              <a:buNone/>
            </a:pPr>
            <a:r>
              <a:rPr lang="en-US" sz="1400" b="1" dirty="0">
                <a:solidFill>
                  <a:schemeClr val="tx1"/>
                </a:solidFill>
              </a:rPr>
              <a:t>Bấm "Lưu vào bài kiểm tra"</a:t>
            </a:r>
            <a:endParaRPr lang="en-US" sz="1400" dirty="0"/>
          </a:p>
        </p:txBody>
      </p:sp>
      <p:sp>
        <p:nvSpPr>
          <p:cNvPr id="13" name="Text 10"/>
          <p:cNvSpPr txBox="1"/>
          <p:nvPr/>
        </p:nvSpPr>
        <p:spPr>
          <a:xfrm>
            <a:off x="6172200" y="3566160"/>
            <a:ext cx="2423160" cy="786384"/>
          </a:xfrm>
          <a:prstGeom prst="rect">
            <a:avLst/>
          </a:prstGeom>
          <a:noFill/>
          <a:ln/>
        </p:spPr>
        <p:txBody>
          <a:bodyPr wrap="square" lIns="0" tIns="0" rIns="0" bIns="0" rtlCol="0" anchor="t"/>
          <a:lstStyle/>
          <a:p>
            <a:pPr indent="0" marL="0">
              <a:buNone/>
            </a:pPr>
            <a:r>
              <a:rPr lang="en-US" sz="1100" dirty="0">
                <a:solidFill>
                  <a:schemeClr val="tx2"/>
                </a:solidFill>
              </a:rPr>
              <a:t>Bài đã chấm được tính lại điểm theo đáp án mới, không gọi lại AI. App hỏi trước khi lưu.</a:t>
            </a:r>
            <a:endParaRPr lang="en-US" sz="11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548640"/>
          </a:xfrm>
          <a:prstGeom prst="rect">
            <a:avLst/>
          </a:prstGeom>
          <a:noFill/>
          <a:ln/>
        </p:spPr>
        <p:txBody>
          <a:bodyPr wrap="square" lIns="0" tIns="0" rIns="0" bIns="0" rtlCol="0" anchor="ctr"/>
          <a:lstStyle/>
          <a:p>
            <a:pPr algn="l" indent="0" marL="0">
              <a:buNone/>
            </a:pPr>
            <a:r>
              <a:rPr lang="en-US" sz="2600" b="1" dirty="0">
                <a:solidFill>
                  <a:schemeClr val="tx1"/>
                </a:solidFill>
              </a:rPr>
              <a:t>Bước 3 · Chụp bài bằng điện thoại</a:t>
            </a:r>
            <a:endParaRPr lang="en-US" sz="2600" dirty="0"/>
          </a:p>
        </p:txBody>
      </p:sp>
      <p:pic>
        <p:nvPicPr>
          <p:cNvPr id="3" name="capture-list" descr="C:\Users\LAPTOP\AppData\Local\Temp\claude\d--TanKhanh-Lecture-2026-2027-PPL-Lecture\624344c5-fe74-4740-96fa-6c35c6c0c33d\scratchpad\shots\crop\capture-list.png">    </p:cNvPr>
          <p:cNvPicPr>
            <a:picLocks noChangeAspect="1"/>
          </p:cNvPicPr>
          <p:nvPr/>
        </p:nvPicPr>
        <p:blipFill>
          <a:blip r:embed="rId1"/>
          <a:stretch>
            <a:fillRect/>
          </a:stretch>
        </p:blipFill>
        <p:spPr>
          <a:xfrm>
            <a:off x="1001268" y="1005840"/>
            <a:ext cx="1463040" cy="3166169"/>
          </a:xfrm>
          <a:prstGeom prst="rect">
            <a:avLst/>
          </a:prstGeom>
        </p:spPr>
      </p:pic>
      <p:sp>
        <p:nvSpPr>
          <p:cNvPr id="4" name="khung capture-list.png"/>
          <p:cNvSpPr/>
          <p:nvPr/>
        </p:nvSpPr>
        <p:spPr>
          <a:xfrm>
            <a:off x="1001268" y="1005840"/>
            <a:ext cx="1463040" cy="3166169"/>
          </a:xfrm>
          <a:prstGeom prst="roundRect">
            <a:avLst>
              <a:gd name="adj" fmla="val 2500"/>
            </a:avLst>
          </a:prstGeom>
          <a:ln w="9525">
            <a:solidFill>
              <a:srgbClr val="D1D5DB"/>
            </a:solidFill>
            <a:prstDash val="solid"/>
          </a:ln>
        </p:spPr>
      </p:sp>
      <p:sp>
        <p:nvSpPr>
          <p:cNvPr id="5" name="Text 2"/>
          <p:cNvSpPr txBox="1"/>
          <p:nvPr/>
        </p:nvSpPr>
        <p:spPr>
          <a:xfrm>
            <a:off x="864108" y="4263449"/>
            <a:ext cx="1737360" cy="365760"/>
          </a:xfrm>
          <a:prstGeom prst="rect">
            <a:avLst/>
          </a:prstGeom>
          <a:noFill/>
          <a:ln/>
        </p:spPr>
        <p:txBody>
          <a:bodyPr wrap="square" lIns="0" tIns="0" rIns="0" bIns="0" rtlCol="0" anchor="t"/>
          <a:lstStyle/>
          <a:p>
            <a:pPr algn="ctr" indent="0" marL="0">
              <a:buNone/>
            </a:pPr>
            <a:r>
              <a:rPr lang="en-US" sz="1000" dirty="0">
                <a:solidFill>
                  <a:schemeClr val="tx1"/>
                </a:solidFill>
              </a:rPr>
              <a:t>1. Chọn lớp, bài kiểm tra, học sinh</a:t>
            </a:r>
            <a:endParaRPr lang="en-US" sz="1000" dirty="0"/>
          </a:p>
        </p:txBody>
      </p:sp>
      <p:pic>
        <p:nvPicPr>
          <p:cNvPr id="6" name="capture-preview" descr="C:\Users\LAPTOP\AppData\Local\Temp\claude\d--TanKhanh-Lecture-2026-2027-PPL-Lecture\624344c5-fe74-4740-96fa-6c35c6c0c33d\scratchpad\shots\crop\capture-preview.png">    </p:cNvPr>
          <p:cNvPicPr>
            <a:picLocks noChangeAspect="1"/>
          </p:cNvPicPr>
          <p:nvPr/>
        </p:nvPicPr>
        <p:blipFill>
          <a:blip r:embed="rId2"/>
          <a:stretch>
            <a:fillRect/>
          </a:stretch>
        </p:blipFill>
        <p:spPr>
          <a:xfrm>
            <a:off x="2894076" y="1005840"/>
            <a:ext cx="1463040" cy="3166169"/>
          </a:xfrm>
          <a:prstGeom prst="rect">
            <a:avLst/>
          </a:prstGeom>
        </p:spPr>
      </p:pic>
      <p:sp>
        <p:nvSpPr>
          <p:cNvPr id="7" name="khung capture-preview.png"/>
          <p:cNvSpPr/>
          <p:nvPr/>
        </p:nvSpPr>
        <p:spPr>
          <a:xfrm>
            <a:off x="2894076" y="1005840"/>
            <a:ext cx="1463040" cy="3166169"/>
          </a:xfrm>
          <a:prstGeom prst="roundRect">
            <a:avLst>
              <a:gd name="adj" fmla="val 2500"/>
            </a:avLst>
          </a:prstGeom>
          <a:ln w="9525">
            <a:solidFill>
              <a:srgbClr val="D1D5DB"/>
            </a:solidFill>
            <a:prstDash val="solid"/>
          </a:ln>
        </p:spPr>
      </p:sp>
      <p:sp>
        <p:nvSpPr>
          <p:cNvPr id="8" name="Text 4"/>
          <p:cNvSpPr txBox="1"/>
          <p:nvPr/>
        </p:nvSpPr>
        <p:spPr>
          <a:xfrm>
            <a:off x="2756916" y="4263449"/>
            <a:ext cx="1737360" cy="365760"/>
          </a:xfrm>
          <a:prstGeom prst="rect">
            <a:avLst/>
          </a:prstGeom>
          <a:noFill/>
          <a:ln/>
        </p:spPr>
        <p:txBody>
          <a:bodyPr wrap="square" lIns="0" tIns="0" rIns="0" bIns="0" rtlCol="0" anchor="t"/>
          <a:lstStyle/>
          <a:p>
            <a:pPr algn="ctr" indent="0" marL="0">
              <a:buNone/>
            </a:pPr>
            <a:r>
              <a:rPr lang="en-US" sz="1000" dirty="0">
                <a:solidFill>
                  <a:schemeClr val="tx1"/>
                </a:solidFill>
              </a:rPr>
              <a:t>2. Chụp, xem lại, bấm "Dùng ảnh này"</a:t>
            </a:r>
            <a:endParaRPr lang="en-US" sz="1000" dirty="0"/>
          </a:p>
        </p:txBody>
      </p:sp>
      <p:pic>
        <p:nvPicPr>
          <p:cNvPr id="9" name="capture-next" descr="C:\Users\LAPTOP\AppData\Local\Temp\claude\d--TanKhanh-Lecture-2026-2027-PPL-Lecture\624344c5-fe74-4740-96fa-6c35c6c0c33d\scratchpad\shots\crop\capture-next.png">    </p:cNvPr>
          <p:cNvPicPr>
            <a:picLocks noChangeAspect="1"/>
          </p:cNvPicPr>
          <p:nvPr/>
        </p:nvPicPr>
        <p:blipFill>
          <a:blip r:embed="rId3"/>
          <a:stretch>
            <a:fillRect/>
          </a:stretch>
        </p:blipFill>
        <p:spPr>
          <a:xfrm>
            <a:off x="4786884" y="1005840"/>
            <a:ext cx="1463040" cy="3166169"/>
          </a:xfrm>
          <a:prstGeom prst="rect">
            <a:avLst/>
          </a:prstGeom>
        </p:spPr>
      </p:pic>
      <p:sp>
        <p:nvSpPr>
          <p:cNvPr id="10" name="khung capture-next.png"/>
          <p:cNvSpPr/>
          <p:nvPr/>
        </p:nvSpPr>
        <p:spPr>
          <a:xfrm>
            <a:off x="4786884" y="1005840"/>
            <a:ext cx="1463040" cy="3166169"/>
          </a:xfrm>
          <a:prstGeom prst="roundRect">
            <a:avLst>
              <a:gd name="adj" fmla="val 2500"/>
            </a:avLst>
          </a:prstGeom>
          <a:ln w="9525">
            <a:solidFill>
              <a:srgbClr val="D1D5DB"/>
            </a:solidFill>
            <a:prstDash val="solid"/>
          </a:ln>
        </p:spPr>
      </p:sp>
      <p:sp>
        <p:nvSpPr>
          <p:cNvPr id="11" name="Text 6"/>
          <p:cNvSpPr txBox="1"/>
          <p:nvPr/>
        </p:nvSpPr>
        <p:spPr>
          <a:xfrm>
            <a:off x="4649724" y="4263449"/>
            <a:ext cx="1737360" cy="365760"/>
          </a:xfrm>
          <a:prstGeom prst="rect">
            <a:avLst/>
          </a:prstGeom>
          <a:noFill/>
          <a:ln/>
        </p:spPr>
        <p:txBody>
          <a:bodyPr wrap="square" lIns="0" tIns="0" rIns="0" bIns="0" rtlCol="0" anchor="t"/>
          <a:lstStyle/>
          <a:p>
            <a:pPr algn="ctr" indent="0" marL="0">
              <a:buNone/>
            </a:pPr>
            <a:r>
              <a:rPr lang="en-US" sz="1000" dirty="0">
                <a:solidFill>
                  <a:schemeClr val="tx1"/>
                </a:solidFill>
              </a:rPr>
              <a:t>3. App tự chuyển sang em kế tiếp</a:t>
            </a:r>
            <a:endParaRPr lang="en-US" sz="1000" dirty="0"/>
          </a:p>
        </p:txBody>
      </p:sp>
      <p:pic>
        <p:nvPicPr>
          <p:cNvPr id="12" name="capture-after" descr="C:\Users\LAPTOP\AppData\Local\Temp\claude\d--TanKhanh-Lecture-2026-2027-PPL-Lecture\624344c5-fe74-4740-96fa-6c35c6c0c33d\scratchpad\shots\crop\capture-after.png">    </p:cNvPr>
          <p:cNvPicPr>
            <a:picLocks noChangeAspect="1"/>
          </p:cNvPicPr>
          <p:nvPr/>
        </p:nvPicPr>
        <p:blipFill>
          <a:blip r:embed="rId4"/>
          <a:stretch>
            <a:fillRect/>
          </a:stretch>
        </p:blipFill>
        <p:spPr>
          <a:xfrm>
            <a:off x="6679692" y="1005840"/>
            <a:ext cx="1463040" cy="3166169"/>
          </a:xfrm>
          <a:prstGeom prst="rect">
            <a:avLst/>
          </a:prstGeom>
        </p:spPr>
      </p:pic>
      <p:sp>
        <p:nvSpPr>
          <p:cNvPr id="13" name="khung capture-after.png"/>
          <p:cNvSpPr/>
          <p:nvPr/>
        </p:nvSpPr>
        <p:spPr>
          <a:xfrm>
            <a:off x="6679692" y="1005840"/>
            <a:ext cx="1463040" cy="3166169"/>
          </a:xfrm>
          <a:prstGeom prst="roundRect">
            <a:avLst>
              <a:gd name="adj" fmla="val 2500"/>
            </a:avLst>
          </a:prstGeom>
          <a:ln w="9525">
            <a:solidFill>
              <a:srgbClr val="D1D5DB"/>
            </a:solidFill>
            <a:prstDash val="solid"/>
          </a:ln>
        </p:spPr>
      </p:sp>
      <p:sp>
        <p:nvSpPr>
          <p:cNvPr id="14" name="Text 8"/>
          <p:cNvSpPr txBox="1"/>
          <p:nvPr/>
        </p:nvSpPr>
        <p:spPr>
          <a:xfrm>
            <a:off x="6542532" y="4263449"/>
            <a:ext cx="1737360" cy="365760"/>
          </a:xfrm>
          <a:prstGeom prst="rect">
            <a:avLst/>
          </a:prstGeom>
          <a:noFill/>
          <a:ln/>
        </p:spPr>
        <p:txBody>
          <a:bodyPr wrap="square" lIns="0" tIns="0" rIns="0" bIns="0" rtlCol="0" anchor="t"/>
          <a:lstStyle/>
          <a:p>
            <a:pPr algn="ctr" indent="0" marL="0">
              <a:buNone/>
            </a:pPr>
            <a:r>
              <a:rPr lang="en-US" sz="1000" dirty="0">
                <a:solidFill>
                  <a:schemeClr val="tx1"/>
                </a:solidFill>
              </a:rPr>
              <a:t>4. Đủ cả lớp thì mở trang chấm</a:t>
            </a:r>
            <a:endParaRPr lang="en-US" sz="10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548640"/>
          </a:xfrm>
          <a:prstGeom prst="rect">
            <a:avLst/>
          </a:prstGeom>
          <a:noFill/>
          <a:ln/>
        </p:spPr>
        <p:txBody>
          <a:bodyPr wrap="square" lIns="0" tIns="0" rIns="0" bIns="0" rtlCol="0" anchor="ctr"/>
          <a:lstStyle/>
          <a:p>
            <a:pPr algn="l" indent="0" marL="0">
              <a:buNone/>
            </a:pPr>
            <a:r>
              <a:rPr lang="en-US" sz="2600" b="1" dirty="0">
                <a:solidFill>
                  <a:schemeClr val="tx1"/>
                </a:solidFill>
              </a:rPr>
              <a:t>Bước 4 · Bấm Chấm, app tự đọc và tính điểm</a:t>
            </a:r>
            <a:endParaRPr lang="en-US" sz="2600" dirty="0"/>
          </a:p>
        </p:txBody>
      </p:sp>
      <p:pic>
        <p:nvPicPr>
          <p:cNvPr id="3" name="graded" descr="C:\Users\LAPTOP\AppData\Local\Temp\claude\d--TanKhanh-Lecture-2026-2027-PPL-Lecture\624344c5-fe74-4740-96fa-6c35c6c0c33d\scratchpad\shots\crop\graded.png">    </p:cNvPr>
          <p:cNvPicPr>
            <a:picLocks noChangeAspect="1"/>
          </p:cNvPicPr>
          <p:nvPr/>
        </p:nvPicPr>
        <p:blipFill>
          <a:blip r:embed="rId1"/>
          <a:stretch>
            <a:fillRect/>
          </a:stretch>
        </p:blipFill>
        <p:spPr>
          <a:xfrm>
            <a:off x="548640" y="1051560"/>
            <a:ext cx="5120640" cy="2059699"/>
          </a:xfrm>
          <a:prstGeom prst="rect">
            <a:avLst/>
          </a:prstGeom>
        </p:spPr>
      </p:pic>
      <p:sp>
        <p:nvSpPr>
          <p:cNvPr id="4" name="khung graded.png"/>
          <p:cNvSpPr/>
          <p:nvPr/>
        </p:nvSpPr>
        <p:spPr>
          <a:xfrm>
            <a:off x="548640" y="1051560"/>
            <a:ext cx="5120640" cy="2059699"/>
          </a:xfrm>
          <a:prstGeom prst="roundRect">
            <a:avLst>
              <a:gd name="adj" fmla="val 1776"/>
            </a:avLst>
          </a:prstGeom>
          <a:ln w="9525">
            <a:solidFill>
              <a:srgbClr val="D1D5DB"/>
            </a:solidFill>
            <a:prstDash val="solid"/>
          </a:ln>
        </p:spPr>
      </p:sp>
      <p:sp>
        <p:nvSpPr>
          <p:cNvPr id="5" name="Text 2"/>
          <p:cNvSpPr txBox="1"/>
          <p:nvPr/>
        </p:nvSpPr>
        <p:spPr>
          <a:xfrm>
            <a:off x="548640" y="3248419"/>
            <a:ext cx="5120640" cy="457200"/>
          </a:xfrm>
          <a:prstGeom prst="rect">
            <a:avLst/>
          </a:prstGeom>
          <a:noFill/>
          <a:ln/>
        </p:spPr>
        <p:txBody>
          <a:bodyPr wrap="square" lIns="0" tIns="0" rIns="0" bIns="0" rtlCol="0" anchor="t"/>
          <a:lstStyle/>
          <a:p>
            <a:pPr indent="0" marL="0">
              <a:buNone/>
            </a:pPr>
            <a:r>
              <a:rPr lang="en-US" sz="1200" dirty="0">
                <a:solidFill>
                  <a:schemeClr val="tx1"/>
                </a:solidFill>
              </a:rPr>
              <a:t>Bấm "Chấm 11 bài mới": các bài vào hàng đợi, xong bài nào hiện điểm và trạng thái bài đó.</a:t>
            </a:r>
            <a:endParaRPr lang="en-US" sz="1200" dirty="0"/>
          </a:p>
        </p:txBody>
      </p:sp>
      <p:sp>
        <p:nvSpPr>
          <p:cNvPr id="6" name="Text 3"/>
          <p:cNvSpPr txBox="1"/>
          <p:nvPr/>
        </p:nvSpPr>
        <p:spPr>
          <a:xfrm>
            <a:off x="6035040" y="960120"/>
            <a:ext cx="2560320" cy="566928"/>
          </a:xfrm>
          <a:prstGeom prst="rect">
            <a:avLst/>
          </a:prstGeom>
          <a:noFill/>
          <a:ln/>
        </p:spPr>
        <p:txBody>
          <a:bodyPr wrap="square" lIns="0" tIns="0" rIns="0" bIns="0" rtlCol="0" anchor="b"/>
          <a:lstStyle/>
          <a:p>
            <a:pPr indent="0" marL="0">
              <a:buNone/>
            </a:pPr>
            <a:r>
              <a:rPr lang="en-US" sz="3600" b="1" dirty="0">
                <a:solidFill>
                  <a:schemeClr val="accent1"/>
                </a:solidFill>
              </a:rPr>
              <a:t>11</a:t>
            </a:r>
            <a:endParaRPr lang="en-US" sz="3600" dirty="0"/>
          </a:p>
        </p:txBody>
      </p:sp>
      <p:sp>
        <p:nvSpPr>
          <p:cNvPr id="7" name="Text 4"/>
          <p:cNvSpPr txBox="1"/>
          <p:nvPr/>
        </p:nvSpPr>
        <p:spPr>
          <a:xfrm>
            <a:off x="6035040" y="1563624"/>
            <a:ext cx="2560320" cy="274320"/>
          </a:xfrm>
          <a:prstGeom prst="rect">
            <a:avLst/>
          </a:prstGeom>
          <a:noFill/>
          <a:ln/>
        </p:spPr>
        <p:txBody>
          <a:bodyPr wrap="square" lIns="0" tIns="0" rIns="0" bIns="0" rtlCol="0" anchor="t"/>
          <a:lstStyle/>
          <a:p>
            <a:pPr indent="0" marL="0">
              <a:buNone/>
            </a:pPr>
            <a:r>
              <a:rPr lang="en-US" sz="1100" dirty="0">
                <a:solidFill>
                  <a:schemeClr val="tx2"/>
                </a:solidFill>
              </a:rPr>
              <a:t>bài được chấm trong một lần bấm</a:t>
            </a:r>
            <a:endParaRPr lang="en-US" sz="1100" dirty="0"/>
          </a:p>
        </p:txBody>
      </p:sp>
      <p:sp>
        <p:nvSpPr>
          <p:cNvPr id="8" name="Text 5"/>
          <p:cNvSpPr txBox="1"/>
          <p:nvPr/>
        </p:nvSpPr>
        <p:spPr>
          <a:xfrm>
            <a:off x="6035040" y="1920240"/>
            <a:ext cx="2560320" cy="566928"/>
          </a:xfrm>
          <a:prstGeom prst="rect">
            <a:avLst/>
          </a:prstGeom>
          <a:noFill/>
          <a:ln/>
        </p:spPr>
        <p:txBody>
          <a:bodyPr wrap="square" lIns="0" tIns="0" rIns="0" bIns="0" rtlCol="0" anchor="b"/>
          <a:lstStyle/>
          <a:p>
            <a:pPr indent="0" marL="0">
              <a:buNone/>
            </a:pPr>
            <a:r>
              <a:rPr lang="en-US" sz="3600" b="1" dirty="0">
                <a:solidFill>
                  <a:schemeClr val="accent1"/>
                </a:solidFill>
              </a:rPr>
              <a:t>3</a:t>
            </a:r>
            <a:endParaRPr lang="en-US" sz="3600" dirty="0"/>
          </a:p>
        </p:txBody>
      </p:sp>
      <p:sp>
        <p:nvSpPr>
          <p:cNvPr id="9" name="Text 6"/>
          <p:cNvSpPr txBox="1"/>
          <p:nvPr/>
        </p:nvSpPr>
        <p:spPr>
          <a:xfrm>
            <a:off x="6035040" y="2523744"/>
            <a:ext cx="2560320" cy="274320"/>
          </a:xfrm>
          <a:prstGeom prst="rect">
            <a:avLst/>
          </a:prstGeom>
          <a:noFill/>
          <a:ln/>
        </p:spPr>
        <p:txBody>
          <a:bodyPr wrap="square" lIns="0" tIns="0" rIns="0" bIns="0" rtlCol="0" anchor="t"/>
          <a:lstStyle/>
          <a:p>
            <a:pPr indent="0" marL="0">
              <a:buNone/>
            </a:pPr>
            <a:r>
              <a:rPr lang="en-US" sz="1100" dirty="0">
                <a:solidFill>
                  <a:schemeClr val="tx2"/>
                </a:solidFill>
              </a:rPr>
              <a:t>bài xong ngay, không cần xem lại</a:t>
            </a:r>
            <a:endParaRPr lang="en-US" sz="1100" dirty="0"/>
          </a:p>
        </p:txBody>
      </p:sp>
      <p:sp>
        <p:nvSpPr>
          <p:cNvPr id="10" name="Text 7"/>
          <p:cNvSpPr txBox="1"/>
          <p:nvPr/>
        </p:nvSpPr>
        <p:spPr>
          <a:xfrm>
            <a:off x="6035040" y="2880360"/>
            <a:ext cx="2560320" cy="566928"/>
          </a:xfrm>
          <a:prstGeom prst="rect">
            <a:avLst/>
          </a:prstGeom>
          <a:noFill/>
          <a:ln/>
        </p:spPr>
        <p:txBody>
          <a:bodyPr wrap="square" lIns="0" tIns="0" rIns="0" bIns="0" rtlCol="0" anchor="b"/>
          <a:lstStyle/>
          <a:p>
            <a:pPr indent="0" marL="0">
              <a:buNone/>
            </a:pPr>
            <a:r>
              <a:rPr lang="en-US" sz="3600" b="1" dirty="0">
                <a:solidFill>
                  <a:schemeClr val="accent1"/>
                </a:solidFill>
              </a:rPr>
              <a:t>8</a:t>
            </a:r>
            <a:endParaRPr lang="en-US" sz="3600" dirty="0"/>
          </a:p>
        </p:txBody>
      </p:sp>
      <p:sp>
        <p:nvSpPr>
          <p:cNvPr id="11" name="Text 8"/>
          <p:cNvSpPr txBox="1"/>
          <p:nvPr/>
        </p:nvSpPr>
        <p:spPr>
          <a:xfrm>
            <a:off x="6035040" y="3483864"/>
            <a:ext cx="2560320" cy="274320"/>
          </a:xfrm>
          <a:prstGeom prst="rect">
            <a:avLst/>
          </a:prstGeom>
          <a:noFill/>
          <a:ln/>
        </p:spPr>
        <p:txBody>
          <a:bodyPr wrap="square" lIns="0" tIns="0" rIns="0" bIns="0" rtlCol="0" anchor="t"/>
          <a:lstStyle/>
          <a:p>
            <a:pPr indent="0" marL="0">
              <a:buNone/>
            </a:pPr>
            <a:r>
              <a:rPr lang="en-US" sz="1100" dirty="0">
                <a:solidFill>
                  <a:schemeClr val="tx2"/>
                </a:solidFill>
              </a:rPr>
              <a:t>bài có câu cần duyệt (tô vàng)</a:t>
            </a:r>
            <a:endParaRPr lang="en-US" sz="1100" dirty="0"/>
          </a:p>
        </p:txBody>
      </p:sp>
      <p:sp>
        <p:nvSpPr>
          <p:cNvPr id="12" name="Text 9"/>
          <p:cNvSpPr txBox="1"/>
          <p:nvPr/>
        </p:nvSpPr>
        <p:spPr>
          <a:xfrm>
            <a:off x="6035040" y="3977640"/>
            <a:ext cx="2560320" cy="548640"/>
          </a:xfrm>
          <a:prstGeom prst="rect">
            <a:avLst/>
          </a:prstGeom>
          <a:noFill/>
          <a:ln/>
        </p:spPr>
        <p:txBody>
          <a:bodyPr wrap="square" lIns="0" tIns="0" rIns="0" bIns="0" rtlCol="0" anchor="t"/>
          <a:lstStyle/>
          <a:p>
            <a:pPr indent="0" marL="0">
              <a:buNone/>
            </a:pPr>
            <a:r>
              <a:rPr lang="en-US" sz="1100" dirty="0">
                <a:solidFill>
                  <a:schemeClr val="tx2"/>
                </a:solidFill>
              </a:rPr>
              <a:t>AI chỉ đọc học sinh chọn gì. Đáp án không gửi lên AI; điểm do app tính.</a:t>
            </a:r>
            <a:endParaRPr lang="en-US" sz="11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548640"/>
          </a:xfrm>
          <a:prstGeom prst="rect">
            <a:avLst/>
          </a:prstGeom>
          <a:noFill/>
          <a:ln/>
        </p:spPr>
        <p:txBody>
          <a:bodyPr wrap="square" lIns="0" tIns="0" rIns="0" bIns="0" rtlCol="0" anchor="ctr"/>
          <a:lstStyle/>
          <a:p>
            <a:pPr algn="l" indent="0" marL="0">
              <a:buNone/>
            </a:pPr>
            <a:r>
              <a:rPr lang="en-US" sz="2600" b="1" dirty="0">
                <a:solidFill>
                  <a:schemeClr val="tx1"/>
                </a:solidFill>
              </a:rPr>
              <a:t>Bước 5 · Chỉ duyệt những câu AI không chắc</a:t>
            </a:r>
            <a:endParaRPr lang="en-US" sz="2600" dirty="0"/>
          </a:p>
        </p:txBody>
      </p:sp>
      <p:pic>
        <p:nvPicPr>
          <p:cNvPr id="3" name="review" descr="C:\Users\LAPTOP\AppData\Local\Temp\claude\d--TanKhanh-Lecture-2026-2027-PPL-Lecture\624344c5-fe74-4740-96fa-6c35c6c0c33d\scratchpad\shots\crop\review.png">    </p:cNvPr>
          <p:cNvPicPr>
            <a:picLocks noChangeAspect="1"/>
          </p:cNvPicPr>
          <p:nvPr/>
        </p:nvPicPr>
        <p:blipFill>
          <a:blip r:embed="rId1"/>
          <a:stretch>
            <a:fillRect/>
          </a:stretch>
        </p:blipFill>
        <p:spPr>
          <a:xfrm>
            <a:off x="548640" y="1051560"/>
            <a:ext cx="4566368" cy="3520440"/>
          </a:xfrm>
          <a:prstGeom prst="rect">
            <a:avLst/>
          </a:prstGeom>
        </p:spPr>
      </p:pic>
      <p:sp>
        <p:nvSpPr>
          <p:cNvPr id="4" name="khung review.png"/>
          <p:cNvSpPr/>
          <p:nvPr/>
        </p:nvSpPr>
        <p:spPr>
          <a:xfrm>
            <a:off x="548640" y="1051560"/>
            <a:ext cx="4566368" cy="3520440"/>
          </a:xfrm>
          <a:prstGeom prst="roundRect">
            <a:avLst>
              <a:gd name="adj" fmla="val 1039"/>
            </a:avLst>
          </a:prstGeom>
          <a:ln w="9525">
            <a:solidFill>
              <a:srgbClr val="D1D5DB"/>
            </a:solidFill>
            <a:prstDash val="solid"/>
          </a:ln>
        </p:spPr>
      </p:sp>
      <p:sp>
        <p:nvSpPr>
          <p:cNvPr id="5" name="Text 2"/>
          <p:cNvSpPr txBox="1"/>
          <p:nvPr/>
        </p:nvSpPr>
        <p:spPr>
          <a:xfrm>
            <a:off x="5440680" y="107899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806440" y="1097280"/>
            <a:ext cx="2788920" cy="256032"/>
          </a:xfrm>
          <a:prstGeom prst="rect">
            <a:avLst/>
          </a:prstGeom>
          <a:noFill/>
          <a:ln/>
        </p:spPr>
        <p:txBody>
          <a:bodyPr wrap="square" lIns="0" tIns="0" rIns="0" bIns="0" rtlCol="0" anchor="t"/>
          <a:lstStyle/>
          <a:p>
            <a:pPr indent="0" marL="0">
              <a:buNone/>
            </a:pPr>
            <a:r>
              <a:rPr lang="en-US" sz="1400" b="1" dirty="0">
                <a:solidFill>
                  <a:schemeClr val="tx1"/>
                </a:solidFill>
              </a:rPr>
              <a:t>Xem ngay cạnh ảnh</a:t>
            </a:r>
            <a:endParaRPr lang="en-US" sz="1400" dirty="0"/>
          </a:p>
        </p:txBody>
      </p:sp>
      <p:sp>
        <p:nvSpPr>
          <p:cNvPr id="7" name="Text 4"/>
          <p:cNvSpPr txBox="1"/>
          <p:nvPr/>
        </p:nvSpPr>
        <p:spPr>
          <a:xfrm>
            <a:off x="5806440" y="1371600"/>
            <a:ext cx="2788920" cy="786384"/>
          </a:xfrm>
          <a:prstGeom prst="rect">
            <a:avLst/>
          </a:prstGeom>
          <a:noFill/>
          <a:ln/>
        </p:spPr>
        <p:txBody>
          <a:bodyPr wrap="square" lIns="0" tIns="0" rIns="0" bIns="0" rtlCol="0" anchor="t"/>
          <a:lstStyle/>
          <a:p>
            <a:pPr indent="0" marL="0">
              <a:buNone/>
            </a:pPr>
            <a:r>
              <a:rPr lang="en-US" sz="1200" dirty="0">
                <a:solidFill>
                  <a:schemeClr val="tx2"/>
                </a:solidFill>
              </a:rPr>
              <a:t>Chỉ hiện các câu cần xem, không phải dò cả bài.</a:t>
            </a:r>
            <a:endParaRPr lang="en-US" sz="1200" dirty="0"/>
          </a:p>
        </p:txBody>
      </p:sp>
      <p:sp>
        <p:nvSpPr>
          <p:cNvPr id="8" name="Text 5"/>
          <p:cNvSpPr txBox="1"/>
          <p:nvPr/>
        </p:nvSpPr>
        <p:spPr>
          <a:xfrm>
            <a:off x="5440680" y="217627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5806440" y="2194560"/>
            <a:ext cx="2788920" cy="256032"/>
          </a:xfrm>
          <a:prstGeom prst="rect">
            <a:avLst/>
          </a:prstGeom>
          <a:noFill/>
          <a:ln/>
        </p:spPr>
        <p:txBody>
          <a:bodyPr wrap="square" lIns="0" tIns="0" rIns="0" bIns="0" rtlCol="0" anchor="t"/>
          <a:lstStyle/>
          <a:p>
            <a:pPr indent="0" marL="0">
              <a:buNone/>
            </a:pPr>
            <a:r>
              <a:rPr lang="en-US" sz="1400" b="1" dirty="0">
                <a:solidFill>
                  <a:schemeClr val="tx1"/>
                </a:solidFill>
              </a:rPr>
              <a:t>Chạm để sửa</a:t>
            </a:r>
            <a:endParaRPr lang="en-US" sz="1400" dirty="0"/>
          </a:p>
        </p:txBody>
      </p:sp>
      <p:sp>
        <p:nvSpPr>
          <p:cNvPr id="10" name="Text 7"/>
          <p:cNvSpPr txBox="1"/>
          <p:nvPr/>
        </p:nvSpPr>
        <p:spPr>
          <a:xfrm>
            <a:off x="5806440" y="2468880"/>
            <a:ext cx="2788920" cy="786384"/>
          </a:xfrm>
          <a:prstGeom prst="rect">
            <a:avLst/>
          </a:prstGeom>
          <a:noFill/>
          <a:ln/>
        </p:spPr>
        <p:txBody>
          <a:bodyPr wrap="square" lIns="0" tIns="0" rIns="0" bIns="0" rtlCol="0" anchor="t"/>
          <a:lstStyle/>
          <a:p>
            <a:pPr indent="0" marL="0">
              <a:buNone/>
            </a:pPr>
            <a:r>
              <a:rPr lang="en-US" sz="1200" dirty="0">
                <a:solidFill>
                  <a:schemeClr val="tx2"/>
                </a:solidFill>
              </a:rPr>
              <a:t>Chọn đáp án học sinh thật sự viết; điểm tính lại ngay.</a:t>
            </a:r>
            <a:endParaRPr lang="en-US" sz="1200" dirty="0"/>
          </a:p>
        </p:txBody>
      </p:sp>
      <p:sp>
        <p:nvSpPr>
          <p:cNvPr id="11" name="Text 8"/>
          <p:cNvSpPr txBox="1"/>
          <p:nvPr/>
        </p:nvSpPr>
        <p:spPr>
          <a:xfrm>
            <a:off x="5440680" y="327355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5806440" y="3291840"/>
            <a:ext cx="2788920" cy="256032"/>
          </a:xfrm>
          <a:prstGeom prst="rect">
            <a:avLst/>
          </a:prstGeom>
          <a:noFill/>
          <a:ln/>
        </p:spPr>
        <p:txBody>
          <a:bodyPr wrap="square" lIns="0" tIns="0" rIns="0" bIns="0" rtlCol="0" anchor="t"/>
          <a:lstStyle/>
          <a:p>
            <a:pPr indent="0" marL="0">
              <a:buNone/>
            </a:pPr>
            <a:r>
              <a:rPr lang="en-US" sz="1400" b="1" dirty="0">
                <a:solidFill>
                  <a:schemeClr val="tx1"/>
                </a:solidFill>
              </a:rPr>
              <a:t>Bấm Duyệt xong</a:t>
            </a:r>
            <a:endParaRPr lang="en-US" sz="1400" dirty="0"/>
          </a:p>
        </p:txBody>
      </p:sp>
      <p:sp>
        <p:nvSpPr>
          <p:cNvPr id="13" name="Text 10"/>
          <p:cNvSpPr txBox="1"/>
          <p:nvPr/>
        </p:nvSpPr>
        <p:spPr>
          <a:xfrm>
            <a:off x="5806440" y="3566160"/>
            <a:ext cx="2788920" cy="786384"/>
          </a:xfrm>
          <a:prstGeom prst="rect">
            <a:avLst/>
          </a:prstGeom>
          <a:noFill/>
          <a:ln/>
        </p:spPr>
        <p:txBody>
          <a:bodyPr wrap="square" lIns="0" tIns="0" rIns="0" bIns="0" rtlCol="0" anchor="t"/>
          <a:lstStyle/>
          <a:p>
            <a:pPr indent="0" marL="0">
              <a:buNone/>
            </a:pPr>
            <a:r>
              <a:rPr lang="en-US" sz="1200" dirty="0">
                <a:solidFill>
                  <a:schemeClr val="tx2"/>
                </a:solidFill>
              </a:rPr>
              <a:t>Bài chuyển sang Đã chấm. App ghi lại ai sửa, lúc nào.</a:t>
            </a:r>
            <a:endParaRPr lang="en-US" sz="12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548640"/>
          </a:xfrm>
          <a:prstGeom prst="rect">
            <a:avLst/>
          </a:prstGeom>
          <a:noFill/>
          <a:ln/>
        </p:spPr>
        <p:txBody>
          <a:bodyPr wrap="square" lIns="0" tIns="0" rIns="0" bIns="0" rtlCol="0" anchor="ctr"/>
          <a:lstStyle/>
          <a:p>
            <a:pPr algn="l" indent="0" marL="0">
              <a:buNone/>
            </a:pPr>
            <a:r>
              <a:rPr lang="en-US" sz="2600" b="1" dirty="0">
                <a:solidFill>
                  <a:schemeClr val="tx1"/>
                </a:solidFill>
              </a:rPr>
              <a:t>Thử luật duyệt trước khi áp dụng</a:t>
            </a:r>
            <a:endParaRPr lang="en-US" sz="2600" dirty="0"/>
          </a:p>
        </p:txBody>
      </p:sp>
      <p:sp>
        <p:nvSpPr>
          <p:cNvPr id="3" name="Text 1"/>
          <p:cNvSpPr txBox="1"/>
          <p:nvPr/>
        </p:nvSpPr>
        <p:spPr>
          <a:xfrm>
            <a:off x="548640" y="960120"/>
            <a:ext cx="3200400" cy="566928"/>
          </a:xfrm>
          <a:prstGeom prst="rect">
            <a:avLst/>
          </a:prstGeom>
          <a:noFill/>
          <a:ln/>
        </p:spPr>
        <p:txBody>
          <a:bodyPr wrap="square" lIns="0" tIns="0" rIns="0" bIns="0" rtlCol="0" anchor="b"/>
          <a:lstStyle/>
          <a:p>
            <a:pPr indent="0" marL="0">
              <a:buNone/>
            </a:pPr>
            <a:r>
              <a:rPr lang="en-US" sz="3600" b="1" dirty="0">
                <a:solidFill>
                  <a:schemeClr val="accent1"/>
                </a:solidFill>
              </a:rPr>
              <a:t>8/11</a:t>
            </a:r>
            <a:endParaRPr lang="en-US" sz="3600" dirty="0"/>
          </a:p>
        </p:txBody>
      </p:sp>
      <p:sp>
        <p:nvSpPr>
          <p:cNvPr id="4" name="Text 2"/>
          <p:cNvSpPr txBox="1"/>
          <p:nvPr/>
        </p:nvSpPr>
        <p:spPr>
          <a:xfrm>
            <a:off x="548640" y="1563624"/>
            <a:ext cx="3200400" cy="274320"/>
          </a:xfrm>
          <a:prstGeom prst="rect">
            <a:avLst/>
          </a:prstGeom>
          <a:noFill/>
          <a:ln/>
        </p:spPr>
        <p:txBody>
          <a:bodyPr wrap="square" lIns="0" tIns="0" rIns="0" bIns="0" rtlCol="0" anchor="t"/>
          <a:lstStyle/>
          <a:p>
            <a:pPr indent="0" marL="0">
              <a:buNone/>
            </a:pPr>
            <a:r>
              <a:rPr lang="en-US" sz="1100" dirty="0">
                <a:solidFill>
                  <a:schemeClr val="tx2"/>
                </a:solidFill>
              </a:rPr>
              <a:t>bài phải duyệt với luật hiện tại</a:t>
            </a:r>
            <a:endParaRPr lang="en-US" sz="1100" dirty="0"/>
          </a:p>
        </p:txBody>
      </p:sp>
      <p:sp>
        <p:nvSpPr>
          <p:cNvPr id="5" name="Text 3"/>
          <p:cNvSpPr txBox="1"/>
          <p:nvPr/>
        </p:nvSpPr>
        <p:spPr>
          <a:xfrm>
            <a:off x="548640" y="1965960"/>
            <a:ext cx="4206240" cy="777240"/>
          </a:xfrm>
          <a:prstGeom prst="rect">
            <a:avLst/>
          </a:prstGeom>
          <a:noFill/>
          <a:ln/>
        </p:spPr>
        <p:txBody>
          <a:bodyPr wrap="square" lIns="0" tIns="0" rIns="0" bIns="0" rtlCol="0" anchor="t"/>
          <a:lstStyle/>
          <a:p>
            <a:pPr indent="0" marL="0">
              <a:buNone/>
            </a:pPr>
            <a:r>
              <a:rPr lang="en-US" sz="1200" dirty="0">
                <a:solidFill>
                  <a:schemeClr val="tx1"/>
                </a:solidFill>
              </a:rPr>
              <a:t>Luật duyệt nằm trong file đề. Trong trang soạn đề, tab "Mô phỏng duyệt" chạy luật trên các bài đã chấm của chính bài đó, không ghi gì vào app. Ví dụ thêm một luật:</a:t>
            </a:r>
            <a:endParaRPr lang="en-US" sz="1200" dirty="0"/>
          </a:p>
        </p:txBody>
      </p:sp>
      <p:sp>
        <p:nvSpPr>
          <p:cNvPr id="6" name="Shape 4"/>
          <p:cNvSpPr/>
          <p:nvPr/>
        </p:nvSpPr>
        <p:spPr>
          <a:xfrm>
            <a:off x="548640" y="2834640"/>
            <a:ext cx="4206240" cy="960120"/>
          </a:xfrm>
          <a:prstGeom prst="roundRect">
            <a:avLst>
              <a:gd name="adj" fmla="val 7619"/>
            </a:avLst>
          </a:prstGeom>
          <a:solidFill>
            <a:srgbClr val="F3F4F6"/>
          </a:solidFill>
          <a:ln/>
        </p:spPr>
      </p:sp>
      <p:sp>
        <p:nvSpPr>
          <p:cNvPr id="7" name="Text 5"/>
          <p:cNvSpPr txBox="1"/>
          <p:nvPr/>
        </p:nvSpPr>
        <p:spPr>
          <a:xfrm>
            <a:off x="685800" y="2907792"/>
            <a:ext cx="3977640" cy="822960"/>
          </a:xfrm>
          <a:prstGeom prst="rect">
            <a:avLst/>
          </a:prstGeom>
          <a:noFill/>
          <a:ln/>
        </p:spPr>
        <p:txBody>
          <a:bodyPr wrap="square" lIns="0" tIns="0" rIns="0" bIns="0" rtlCol="0" anchor="ctr"/>
          <a:lstStyle/>
          <a:p>
            <a:pPr indent="0" marL="0">
              <a:buNone/>
            </a:pPr>
            <a:r>
              <a:rPr lang="en-US" sz="900" dirty="0">
                <a:solidFill>
                  <a:schemeClr val="tx1"/>
                </a:solidFill>
                <a:latin typeface="Courier New" pitchFamily="34" charset="0"/>
                <a:ea typeface="Courier New" pitchFamily="34" charset="-122"/>
                <a:cs typeface="Courier New" pitchFamily="34" charset="-120"/>
              </a:rPr>
              <a:t>flag "AI không chắc"</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when answer.status in [unclear, multiple]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flag "Điểm sát ngưỡng"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when submission.score &gt;= 4.75 and submission.score &lt; 5</a:t>
            </a:r>
            <a:endParaRPr lang="en-US" sz="900" dirty="0"/>
          </a:p>
        </p:txBody>
      </p:sp>
      <p:sp>
        <p:nvSpPr>
          <p:cNvPr id="8" name="Text 6"/>
          <p:cNvSpPr txBox="1"/>
          <p:nvPr/>
        </p:nvSpPr>
        <p:spPr>
          <a:xfrm>
            <a:off x="548640" y="3977640"/>
            <a:ext cx="4206240" cy="548640"/>
          </a:xfrm>
          <a:prstGeom prst="rect">
            <a:avLst/>
          </a:prstGeom>
          <a:noFill/>
          <a:ln/>
        </p:spPr>
        <p:txBody>
          <a:bodyPr wrap="square" lIns="0" tIns="0" rIns="0" bIns="0" rtlCol="0" anchor="t"/>
          <a:lstStyle/>
          <a:p>
            <a:pPr indent="0" marL="0">
              <a:buNone/>
            </a:pPr>
            <a:r>
              <a:rPr lang="en-US" sz="1100" b="1" dirty="0">
                <a:solidFill>
                  <a:schemeClr val="accent1"/>
                </a:solidFill>
              </a:rPr>
              <a:t>Đã đối chiếu: trên 11 bài của lớp 6A1, điểm và trạng thái mô phỏng khớp với app cả 11 bài.</a:t>
            </a:r>
            <a:endParaRPr lang="en-US" sz="1100" dirty="0"/>
          </a:p>
        </p:txBody>
      </p:sp>
      <p:pic>
        <p:nvPicPr>
          <p:cNvPr id="9" name="inapp-simulate" descr="C:\Users\LAPTOP\AppData\Local\Temp\claude\d--TanKhanh-Lecture-2026-2027-PPL-Lecture\624344c5-fe74-4740-96fa-6c35c6c0c33d\scratchpad\shots\crop\inapp-simulate.png">    </p:cNvPr>
          <p:cNvPicPr>
            <a:picLocks noChangeAspect="1"/>
          </p:cNvPicPr>
          <p:nvPr/>
        </p:nvPicPr>
        <p:blipFill>
          <a:blip r:embed="rId1"/>
          <a:stretch>
            <a:fillRect/>
          </a:stretch>
        </p:blipFill>
        <p:spPr>
          <a:xfrm>
            <a:off x="5503774" y="1051560"/>
            <a:ext cx="3091586" cy="3520440"/>
          </a:xfrm>
          <a:prstGeom prst="rect">
            <a:avLst/>
          </a:prstGeom>
        </p:spPr>
      </p:pic>
      <p:sp>
        <p:nvSpPr>
          <p:cNvPr id="10" name="khung inapp-simulate.png"/>
          <p:cNvSpPr/>
          <p:nvPr/>
        </p:nvSpPr>
        <p:spPr>
          <a:xfrm>
            <a:off x="5503774" y="1051560"/>
            <a:ext cx="3091586" cy="3520440"/>
          </a:xfrm>
          <a:prstGeom prst="roundRect">
            <a:avLst>
              <a:gd name="adj" fmla="val 1183"/>
            </a:avLst>
          </a:prstGeom>
          <a:ln w="9525">
            <a:solidFill>
              <a:srgbClr val="D1D5DB"/>
            </a:solidFill>
            <a:prstDash val="solid"/>
          </a:ln>
        </p:spPr>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548640"/>
          </a:xfrm>
          <a:prstGeom prst="rect">
            <a:avLst/>
          </a:prstGeom>
          <a:noFill/>
          <a:ln/>
        </p:spPr>
        <p:txBody>
          <a:bodyPr wrap="square" lIns="0" tIns="0" rIns="0" bIns="0" rtlCol="0" anchor="ctr"/>
          <a:lstStyle/>
          <a:p>
            <a:pPr algn="l" indent="0" marL="0">
              <a:buNone/>
            </a:pPr>
            <a:r>
              <a:rPr lang="en-US" sz="2600" b="1" dirty="0">
                <a:solidFill>
                  <a:schemeClr val="tx1"/>
                </a:solidFill>
              </a:rPr>
              <a:t>Bước 6 · Bảng điểm giống hệt file Excel</a:t>
            </a:r>
            <a:endParaRPr lang="en-US" sz="2600" dirty="0"/>
          </a:p>
        </p:txBody>
      </p:sp>
      <p:pic>
        <p:nvPicPr>
          <p:cNvPr id="3" name="report" descr="C:\Users\LAPTOP\AppData\Local\Temp\claude\d--TanKhanh-Lecture-2026-2027-PPL-Lecture\624344c5-fe74-4740-96fa-6c35c6c0c33d\scratchpad\shots\crop\report.png">    </p:cNvPr>
          <p:cNvPicPr>
            <a:picLocks noChangeAspect="1"/>
          </p:cNvPicPr>
          <p:nvPr/>
        </p:nvPicPr>
        <p:blipFill>
          <a:blip r:embed="rId1"/>
          <a:stretch>
            <a:fillRect/>
          </a:stretch>
        </p:blipFill>
        <p:spPr>
          <a:xfrm>
            <a:off x="548640" y="1051560"/>
            <a:ext cx="4566368" cy="3520440"/>
          </a:xfrm>
          <a:prstGeom prst="rect">
            <a:avLst/>
          </a:prstGeom>
        </p:spPr>
      </p:pic>
      <p:sp>
        <p:nvSpPr>
          <p:cNvPr id="4" name="khung report.png"/>
          <p:cNvSpPr/>
          <p:nvPr/>
        </p:nvSpPr>
        <p:spPr>
          <a:xfrm>
            <a:off x="548640" y="1051560"/>
            <a:ext cx="4566368" cy="3520440"/>
          </a:xfrm>
          <a:prstGeom prst="roundRect">
            <a:avLst>
              <a:gd name="adj" fmla="val 1039"/>
            </a:avLst>
          </a:prstGeom>
          <a:ln w="9525">
            <a:solidFill>
              <a:srgbClr val="D1D5DB"/>
            </a:solidFill>
            <a:prstDash val="solid"/>
          </a:ln>
        </p:spPr>
      </p:sp>
      <p:sp>
        <p:nvSpPr>
          <p:cNvPr id="5" name="Text 2"/>
          <p:cNvSpPr txBox="1"/>
          <p:nvPr/>
        </p:nvSpPr>
        <p:spPr>
          <a:xfrm>
            <a:off x="5440680" y="107899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806440" y="1097280"/>
            <a:ext cx="2788920" cy="256032"/>
          </a:xfrm>
          <a:prstGeom prst="rect">
            <a:avLst/>
          </a:prstGeom>
          <a:noFill/>
          <a:ln/>
        </p:spPr>
        <p:txBody>
          <a:bodyPr wrap="square" lIns="0" tIns="0" rIns="0" bIns="0" rtlCol="0" anchor="t"/>
          <a:lstStyle/>
          <a:p>
            <a:pPr indent="0" marL="0">
              <a:buNone/>
            </a:pPr>
            <a:r>
              <a:rPr lang="en-US" sz="1400" b="1" dirty="0">
                <a:solidFill>
                  <a:schemeClr val="tx1"/>
                </a:solidFill>
              </a:rPr>
              <a:t>Màu theo xếp loại</a:t>
            </a:r>
            <a:endParaRPr lang="en-US" sz="1400" dirty="0"/>
          </a:p>
        </p:txBody>
      </p:sp>
      <p:sp>
        <p:nvSpPr>
          <p:cNvPr id="7" name="Text 4"/>
          <p:cNvSpPr txBox="1"/>
          <p:nvPr/>
        </p:nvSpPr>
        <p:spPr>
          <a:xfrm>
            <a:off x="5806440" y="1371600"/>
            <a:ext cx="2788920" cy="786384"/>
          </a:xfrm>
          <a:prstGeom prst="rect">
            <a:avLst/>
          </a:prstGeom>
          <a:noFill/>
          <a:ln/>
        </p:spPr>
        <p:txBody>
          <a:bodyPr wrap="square" lIns="0" tIns="0" rIns="0" bIns="0" rtlCol="0" anchor="t"/>
          <a:lstStyle/>
          <a:p>
            <a:pPr indent="0" marL="0">
              <a:buNone/>
            </a:pPr>
            <a:r>
              <a:rPr lang="en-US" sz="1200" dirty="0">
                <a:solidFill>
                  <a:schemeClr val="tx2"/>
                </a:solidFill>
              </a:rPr>
              <a:t>Giỏi từ 8, Khá từ 6,5, Trung bình từ 5, lấy từ file đề.</a:t>
            </a:r>
            <a:endParaRPr lang="en-US" sz="1200" dirty="0"/>
          </a:p>
        </p:txBody>
      </p:sp>
      <p:sp>
        <p:nvSpPr>
          <p:cNvPr id="8" name="Text 5"/>
          <p:cNvSpPr txBox="1"/>
          <p:nvPr/>
        </p:nvSpPr>
        <p:spPr>
          <a:xfrm>
            <a:off x="5440680" y="217627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5806440" y="2194560"/>
            <a:ext cx="2788920" cy="256032"/>
          </a:xfrm>
          <a:prstGeom prst="rect">
            <a:avLst/>
          </a:prstGeom>
          <a:noFill/>
          <a:ln/>
        </p:spPr>
        <p:txBody>
          <a:bodyPr wrap="square" lIns="0" tIns="0" rIns="0" bIns="0" rtlCol="0" anchor="t"/>
          <a:lstStyle/>
          <a:p>
            <a:pPr indent="0" marL="0">
              <a:buNone/>
            </a:pPr>
            <a:r>
              <a:rPr lang="en-US" sz="1400" b="1" dirty="0">
                <a:solidFill>
                  <a:schemeClr val="tx1"/>
                </a:solidFill>
              </a:rPr>
              <a:t>Ô sai tô đỏ</a:t>
            </a:r>
            <a:endParaRPr lang="en-US" sz="1400" dirty="0"/>
          </a:p>
        </p:txBody>
      </p:sp>
      <p:sp>
        <p:nvSpPr>
          <p:cNvPr id="10" name="Text 7"/>
          <p:cNvSpPr txBox="1"/>
          <p:nvPr/>
        </p:nvSpPr>
        <p:spPr>
          <a:xfrm>
            <a:off x="5806440" y="2468880"/>
            <a:ext cx="2788920" cy="786384"/>
          </a:xfrm>
          <a:prstGeom prst="rect">
            <a:avLst/>
          </a:prstGeom>
          <a:noFill/>
          <a:ln/>
        </p:spPr>
        <p:txBody>
          <a:bodyPr wrap="square" lIns="0" tIns="0" rIns="0" bIns="0" rtlCol="0" anchor="t"/>
          <a:lstStyle/>
          <a:p>
            <a:pPr indent="0" marL="0">
              <a:buNone/>
            </a:pPr>
            <a:r>
              <a:rPr lang="en-US" sz="1200" dirty="0">
                <a:solidFill>
                  <a:schemeClr val="tx2"/>
                </a:solidFill>
              </a:rPr>
              <a:t>Bài chưa duyệt xong tô vàng, điểm vẫn có thể đổi.</a:t>
            </a:r>
            <a:endParaRPr lang="en-US" sz="1200" dirty="0"/>
          </a:p>
        </p:txBody>
      </p:sp>
      <p:sp>
        <p:nvSpPr>
          <p:cNvPr id="11" name="Text 8"/>
          <p:cNvSpPr txBox="1"/>
          <p:nvPr/>
        </p:nvSpPr>
        <p:spPr>
          <a:xfrm>
            <a:off x="5440680" y="327355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5806440" y="3291840"/>
            <a:ext cx="2788920" cy="256032"/>
          </a:xfrm>
          <a:prstGeom prst="rect">
            <a:avLst/>
          </a:prstGeom>
          <a:noFill/>
          <a:ln/>
        </p:spPr>
        <p:txBody>
          <a:bodyPr wrap="square" lIns="0" tIns="0" rIns="0" bIns="0" rtlCol="0" anchor="t"/>
          <a:lstStyle/>
          <a:p>
            <a:pPr indent="0" marL="0">
              <a:buNone/>
            </a:pPr>
            <a:r>
              <a:rPr lang="en-US" sz="1400" b="1" dirty="0">
                <a:solidFill>
                  <a:schemeClr val="tx1"/>
                </a:solidFill>
              </a:rPr>
              <a:t>Xuất Excel</a:t>
            </a:r>
            <a:endParaRPr lang="en-US" sz="1400" dirty="0"/>
          </a:p>
        </p:txBody>
      </p:sp>
      <p:sp>
        <p:nvSpPr>
          <p:cNvPr id="13" name="Text 10"/>
          <p:cNvSpPr txBox="1"/>
          <p:nvPr/>
        </p:nvSpPr>
        <p:spPr>
          <a:xfrm>
            <a:off x="5806440" y="3566160"/>
            <a:ext cx="2788920" cy="786384"/>
          </a:xfrm>
          <a:prstGeom prst="rect">
            <a:avLst/>
          </a:prstGeom>
          <a:noFill/>
          <a:ln/>
        </p:spPr>
        <p:txBody>
          <a:bodyPr wrap="square" lIns="0" tIns="0" rIns="0" bIns="0" rtlCol="0" anchor="t"/>
          <a:lstStyle/>
          <a:p>
            <a:pPr indent="0" marL="0">
              <a:buNone/>
            </a:pPr>
            <a:r>
              <a:rPr lang="en-US" sz="1200" dirty="0">
                <a:solidFill>
                  <a:schemeClr val="tx2"/>
                </a:solidFill>
              </a:rPr>
              <a:t>File .xlsx cùng màu, không phải chỉnh tay.</a:t>
            </a:r>
            <a:endParaRPr lang="en-US" sz="12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548640"/>
          </a:xfrm>
          <a:prstGeom prst="rect">
            <a:avLst/>
          </a:prstGeom>
          <a:noFill/>
          <a:ln/>
        </p:spPr>
        <p:txBody>
          <a:bodyPr wrap="square" lIns="0" tIns="0" rIns="0" bIns="0" rtlCol="0" anchor="ctr"/>
          <a:lstStyle/>
          <a:p>
            <a:pPr algn="l" indent="0" marL="0">
              <a:buNone/>
            </a:pPr>
            <a:r>
              <a:rPr lang="en-US" sz="2600" b="1" dirty="0">
                <a:solidFill>
                  <a:schemeClr val="tx1"/>
                </a:solidFill>
              </a:rPr>
              <a:t>Biết lớp sai câu nào nhiều nhất</a:t>
            </a:r>
            <a:endParaRPr lang="en-US" sz="2600" dirty="0"/>
          </a:p>
        </p:txBody>
      </p:sp>
      <p:pic>
        <p:nvPicPr>
          <p:cNvPr id="3" name="stats" descr="C:\Users\LAPTOP\AppData\Local\Temp\claude\d--TanKhanh-Lecture-2026-2027-PPL-Lecture\624344c5-fe74-4740-96fa-6c35c6c0c33d\scratchpad\shots\crop\stats.png">    </p:cNvPr>
          <p:cNvPicPr>
            <a:picLocks noChangeAspect="1"/>
          </p:cNvPicPr>
          <p:nvPr/>
        </p:nvPicPr>
        <p:blipFill>
          <a:blip r:embed="rId1"/>
          <a:stretch>
            <a:fillRect/>
          </a:stretch>
        </p:blipFill>
        <p:spPr>
          <a:xfrm>
            <a:off x="548640" y="1051560"/>
            <a:ext cx="4566368" cy="3520440"/>
          </a:xfrm>
          <a:prstGeom prst="rect">
            <a:avLst/>
          </a:prstGeom>
        </p:spPr>
      </p:pic>
      <p:sp>
        <p:nvSpPr>
          <p:cNvPr id="4" name="khung stats.png"/>
          <p:cNvSpPr/>
          <p:nvPr/>
        </p:nvSpPr>
        <p:spPr>
          <a:xfrm>
            <a:off x="548640" y="1051560"/>
            <a:ext cx="4566368" cy="3520440"/>
          </a:xfrm>
          <a:prstGeom prst="roundRect">
            <a:avLst>
              <a:gd name="adj" fmla="val 1039"/>
            </a:avLst>
          </a:prstGeom>
          <a:ln w="9525">
            <a:solidFill>
              <a:srgbClr val="D1D5DB"/>
            </a:solidFill>
            <a:prstDash val="solid"/>
          </a:ln>
        </p:spPr>
      </p:sp>
      <p:sp>
        <p:nvSpPr>
          <p:cNvPr id="5" name="Text 2"/>
          <p:cNvSpPr txBox="1"/>
          <p:nvPr/>
        </p:nvSpPr>
        <p:spPr>
          <a:xfrm>
            <a:off x="5440680" y="960120"/>
            <a:ext cx="3154680" cy="566928"/>
          </a:xfrm>
          <a:prstGeom prst="rect">
            <a:avLst/>
          </a:prstGeom>
          <a:noFill/>
          <a:ln/>
        </p:spPr>
        <p:txBody>
          <a:bodyPr wrap="square" lIns="0" tIns="0" rIns="0" bIns="0" rtlCol="0" anchor="b"/>
          <a:lstStyle/>
          <a:p>
            <a:pPr indent="0" marL="0">
              <a:buNone/>
            </a:pPr>
            <a:r>
              <a:rPr lang="en-US" sz="3600" b="1" dirty="0">
                <a:solidFill>
                  <a:schemeClr val="accent1"/>
                </a:solidFill>
              </a:rPr>
              <a:t>55%</a:t>
            </a:r>
            <a:endParaRPr lang="en-US" sz="3600" dirty="0"/>
          </a:p>
        </p:txBody>
      </p:sp>
      <p:sp>
        <p:nvSpPr>
          <p:cNvPr id="6" name="Text 3"/>
          <p:cNvSpPr txBox="1"/>
          <p:nvPr/>
        </p:nvSpPr>
        <p:spPr>
          <a:xfrm>
            <a:off x="5440680" y="1563624"/>
            <a:ext cx="3154680" cy="274320"/>
          </a:xfrm>
          <a:prstGeom prst="rect">
            <a:avLst/>
          </a:prstGeom>
          <a:noFill/>
          <a:ln/>
        </p:spPr>
        <p:txBody>
          <a:bodyPr wrap="square" lIns="0" tIns="0" rIns="0" bIns="0" rtlCol="0" anchor="t"/>
          <a:lstStyle/>
          <a:p>
            <a:pPr indent="0" marL="0">
              <a:buNone/>
            </a:pPr>
            <a:r>
              <a:rPr lang="en-US" sz="1100" dirty="0">
                <a:solidFill>
                  <a:schemeClr val="tx2"/>
                </a:solidFill>
              </a:rPr>
              <a:t>học sinh làm đúng câu 18 và 19, thấp nhất đề</a:t>
            </a:r>
            <a:endParaRPr lang="en-US" sz="1100" dirty="0"/>
          </a:p>
        </p:txBody>
      </p:sp>
      <p:sp>
        <p:nvSpPr>
          <p:cNvPr id="7" name="Text 4"/>
          <p:cNvSpPr txBox="1"/>
          <p:nvPr/>
        </p:nvSpPr>
        <p:spPr>
          <a:xfrm>
            <a:off x="5440680" y="2057400"/>
            <a:ext cx="3154680" cy="274320"/>
          </a:xfrm>
          <a:prstGeom prst="rect">
            <a:avLst/>
          </a:prstGeom>
          <a:noFill/>
          <a:ln/>
        </p:spPr>
        <p:txBody>
          <a:bodyPr wrap="square" lIns="0" tIns="0" rIns="0" bIns="0" rtlCol="0" anchor="ctr"/>
          <a:lstStyle/>
          <a:p>
            <a:pPr indent="0" marL="0">
              <a:buNone/>
            </a:pPr>
            <a:r>
              <a:rPr lang="en-US" sz="1200" dirty="0">
                <a:solidFill>
                  <a:schemeClr val="tx1"/>
                </a:solidFill>
              </a:rPr>
              <a:t>Câu điền từ cho thấy lỗi chính tả hay gặp:</a:t>
            </a:r>
            <a:endParaRPr lang="en-US" sz="1200" dirty="0"/>
          </a:p>
        </p:txBody>
      </p:sp>
      <p:sp>
        <p:nvSpPr>
          <p:cNvPr id="8" name="Text 5"/>
          <p:cNvSpPr txBox="1"/>
          <p:nvPr/>
        </p:nvSpPr>
        <p:spPr>
          <a:xfrm>
            <a:off x="5440680" y="2377440"/>
            <a:ext cx="3154680" cy="9144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creativty thay cho creativity</a:t>
            </a:r>
            <a:endParaRPr lang="en-US" sz="1200" dirty="0"/>
          </a:p>
          <a:p>
            <a:pPr marL="342900" indent="-342900">
              <a:spcAft>
                <a:spcPts val="400"/>
              </a:spcAft>
              <a:buSzPct val="100000"/>
              <a:buChar char="•"/>
            </a:pPr>
            <a:r>
              <a:rPr lang="en-US" sz="1200" dirty="0">
                <a:solidFill>
                  <a:schemeClr val="tx1"/>
                </a:solidFill>
              </a:rPr>
              <a:t>helthy thay cho healthy</a:t>
            </a:r>
            <a:endParaRPr lang="en-US" sz="1200" dirty="0"/>
          </a:p>
          <a:p>
            <a:pPr marL="342900" indent="-342900">
              <a:spcAft>
                <a:spcPts val="400"/>
              </a:spcAft>
              <a:buSzPct val="100000"/>
              <a:buChar char="•"/>
            </a:pPr>
            <a:r>
              <a:rPr lang="en-US" sz="1200" dirty="0">
                <a:solidFill>
                  <a:schemeClr val="tx1"/>
                </a:solidFill>
              </a:rPr>
              <a:t>waters thay cho water</a:t>
            </a:r>
            <a:endParaRPr lang="en-US" sz="1200" dirty="0"/>
          </a:p>
        </p:txBody>
      </p:sp>
      <p:sp>
        <p:nvSpPr>
          <p:cNvPr id="9" name="Text 6"/>
          <p:cNvSpPr txBox="1"/>
          <p:nvPr/>
        </p:nvSpPr>
        <p:spPr>
          <a:xfrm>
            <a:off x="5440680" y="3566160"/>
            <a:ext cx="3154680" cy="548640"/>
          </a:xfrm>
          <a:prstGeom prst="rect">
            <a:avLst/>
          </a:prstGeom>
          <a:noFill/>
          <a:ln/>
        </p:spPr>
        <p:txBody>
          <a:bodyPr wrap="square" lIns="0" tIns="0" rIns="0" bIns="0" rtlCol="0" anchor="t"/>
          <a:lstStyle/>
          <a:p>
            <a:pPr indent="0" marL="0">
              <a:buNone/>
            </a:pPr>
            <a:r>
              <a:rPr lang="en-US" sz="1100" dirty="0">
                <a:solidFill>
                  <a:schemeClr val="tx2"/>
                </a:solidFill>
              </a:rPr>
              <a:t>Giáo viên biết cần ôn lại phần nào ngay trong ngày.</a:t>
            </a:r>
            <a:endParaRPr lang="en-US" sz="11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548640"/>
          </a:xfrm>
          <a:prstGeom prst="rect">
            <a:avLst/>
          </a:prstGeom>
          <a:noFill/>
          <a:ln/>
        </p:spPr>
        <p:txBody>
          <a:bodyPr wrap="square" lIns="0" tIns="0" rIns="0" bIns="0" rtlCol="0" anchor="ctr"/>
          <a:lstStyle/>
          <a:p>
            <a:pPr algn="l" indent="0" marL="0">
              <a:buNone/>
            </a:pPr>
            <a:r>
              <a:rPr lang="en-US" sz="2600" b="1" dirty="0">
                <a:solidFill>
                  <a:schemeClr val="tx1"/>
                </a:solidFill>
              </a:rPr>
              <a:t>Sổ điểm lớp tự cập nhật</a:t>
            </a:r>
            <a:endParaRPr lang="en-US" sz="2600" dirty="0"/>
          </a:p>
        </p:txBody>
      </p:sp>
      <p:pic>
        <p:nvPicPr>
          <p:cNvPr id="3" name="gradebook" descr="C:\Users\LAPTOP\AppData\Local\Temp\claude\d--TanKhanh-Lecture-2026-2027-PPL-Lecture\624344c5-fe74-4740-96fa-6c35c6c0c33d\scratchpad\shots\crop\gradebook.png">    </p:cNvPr>
          <p:cNvPicPr>
            <a:picLocks noChangeAspect="1"/>
          </p:cNvPicPr>
          <p:nvPr/>
        </p:nvPicPr>
        <p:blipFill>
          <a:blip r:embed="rId1"/>
          <a:stretch>
            <a:fillRect/>
          </a:stretch>
        </p:blipFill>
        <p:spPr>
          <a:xfrm>
            <a:off x="548640" y="1051560"/>
            <a:ext cx="4566368" cy="3520440"/>
          </a:xfrm>
          <a:prstGeom prst="rect">
            <a:avLst/>
          </a:prstGeom>
        </p:spPr>
      </p:pic>
      <p:sp>
        <p:nvSpPr>
          <p:cNvPr id="4" name="khung gradebook.png"/>
          <p:cNvSpPr/>
          <p:nvPr/>
        </p:nvSpPr>
        <p:spPr>
          <a:xfrm>
            <a:off x="548640" y="1051560"/>
            <a:ext cx="4566368" cy="3520440"/>
          </a:xfrm>
          <a:prstGeom prst="roundRect">
            <a:avLst>
              <a:gd name="adj" fmla="val 1039"/>
            </a:avLst>
          </a:prstGeom>
          <a:ln w="9525">
            <a:solidFill>
              <a:srgbClr val="D1D5DB"/>
            </a:solidFill>
            <a:prstDash val="solid"/>
          </a:ln>
        </p:spPr>
      </p:sp>
      <p:sp>
        <p:nvSpPr>
          <p:cNvPr id="5" name="Text 2"/>
          <p:cNvSpPr txBox="1"/>
          <p:nvPr/>
        </p:nvSpPr>
        <p:spPr>
          <a:xfrm>
            <a:off x="5440680" y="107899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806440" y="1097280"/>
            <a:ext cx="2788920" cy="256032"/>
          </a:xfrm>
          <a:prstGeom prst="rect">
            <a:avLst/>
          </a:prstGeom>
          <a:noFill/>
          <a:ln/>
        </p:spPr>
        <p:txBody>
          <a:bodyPr wrap="square" lIns="0" tIns="0" rIns="0" bIns="0" rtlCol="0" anchor="t"/>
          <a:lstStyle/>
          <a:p>
            <a:pPr indent="0" marL="0">
              <a:buNone/>
            </a:pPr>
            <a:r>
              <a:rPr lang="en-US" sz="1400" b="1" dirty="0">
                <a:solidFill>
                  <a:schemeClr val="tx1"/>
                </a:solidFill>
              </a:rPr>
              <a:t>Điểm vào sổ ngay</a:t>
            </a:r>
            <a:endParaRPr lang="en-US" sz="1400" dirty="0"/>
          </a:p>
        </p:txBody>
      </p:sp>
      <p:sp>
        <p:nvSpPr>
          <p:cNvPr id="7" name="Text 4"/>
          <p:cNvSpPr txBox="1"/>
          <p:nvPr/>
        </p:nvSpPr>
        <p:spPr>
          <a:xfrm>
            <a:off x="5806440" y="1371600"/>
            <a:ext cx="2788920" cy="786384"/>
          </a:xfrm>
          <a:prstGeom prst="rect">
            <a:avLst/>
          </a:prstGeom>
          <a:noFill/>
          <a:ln/>
        </p:spPr>
        <p:txBody>
          <a:bodyPr wrap="square" lIns="0" tIns="0" rIns="0" bIns="0" rtlCol="0" anchor="t"/>
          <a:lstStyle/>
          <a:p>
            <a:pPr indent="0" marL="0">
              <a:buNone/>
            </a:pPr>
            <a:r>
              <a:rPr lang="en-US" sz="1200" dirty="0">
                <a:solidFill>
                  <a:schemeClr val="tx2"/>
                </a:solidFill>
              </a:rPr>
              <a:t>Không phải chép điểm từ bảng này sang bảng khác.</a:t>
            </a:r>
            <a:endParaRPr lang="en-US" sz="1200" dirty="0"/>
          </a:p>
        </p:txBody>
      </p:sp>
      <p:sp>
        <p:nvSpPr>
          <p:cNvPr id="8" name="Text 5"/>
          <p:cNvSpPr txBox="1"/>
          <p:nvPr/>
        </p:nvSpPr>
        <p:spPr>
          <a:xfrm>
            <a:off x="5440680" y="217627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5806440" y="2194560"/>
            <a:ext cx="2788920" cy="256032"/>
          </a:xfrm>
          <a:prstGeom prst="rect">
            <a:avLst/>
          </a:prstGeom>
          <a:noFill/>
          <a:ln/>
        </p:spPr>
        <p:txBody>
          <a:bodyPr wrap="square" lIns="0" tIns="0" rIns="0" bIns="0" rtlCol="0" anchor="t"/>
          <a:lstStyle/>
          <a:p>
            <a:pPr indent="0" marL="0">
              <a:buNone/>
            </a:pPr>
            <a:r>
              <a:rPr lang="en-US" sz="1400" b="1" dirty="0">
                <a:solidFill>
                  <a:schemeClr val="tx1"/>
                </a:solidFill>
              </a:rPr>
              <a:t>Điểm có dấu *</a:t>
            </a:r>
            <a:endParaRPr lang="en-US" sz="1400" dirty="0"/>
          </a:p>
        </p:txBody>
      </p:sp>
      <p:sp>
        <p:nvSpPr>
          <p:cNvPr id="10" name="Text 7"/>
          <p:cNvSpPr txBox="1"/>
          <p:nvPr/>
        </p:nvSpPr>
        <p:spPr>
          <a:xfrm>
            <a:off x="5806440" y="2468880"/>
            <a:ext cx="2788920" cy="786384"/>
          </a:xfrm>
          <a:prstGeom prst="rect">
            <a:avLst/>
          </a:prstGeom>
          <a:noFill/>
          <a:ln/>
        </p:spPr>
        <p:txBody>
          <a:bodyPr wrap="square" lIns="0" tIns="0" rIns="0" bIns="0" rtlCol="0" anchor="t"/>
          <a:lstStyle/>
          <a:p>
            <a:pPr indent="0" marL="0">
              <a:buNone/>
            </a:pPr>
            <a:r>
              <a:rPr lang="en-US" sz="1200" dirty="0">
                <a:solidFill>
                  <a:schemeClr val="tx2"/>
                </a:solidFill>
              </a:rPr>
              <a:t>AI đã chấm, đang chờ duyệt.</a:t>
            </a:r>
            <a:endParaRPr lang="en-US" sz="1200" dirty="0"/>
          </a:p>
        </p:txBody>
      </p:sp>
      <p:sp>
        <p:nvSpPr>
          <p:cNvPr id="11" name="Text 8"/>
          <p:cNvSpPr txBox="1"/>
          <p:nvPr/>
        </p:nvSpPr>
        <p:spPr>
          <a:xfrm>
            <a:off x="5440680" y="3273552"/>
            <a:ext cx="365760" cy="365760"/>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5806440" y="3291840"/>
            <a:ext cx="2788920" cy="256032"/>
          </a:xfrm>
          <a:prstGeom prst="rect">
            <a:avLst/>
          </a:prstGeom>
          <a:noFill/>
          <a:ln/>
        </p:spPr>
        <p:txBody>
          <a:bodyPr wrap="square" lIns="0" tIns="0" rIns="0" bIns="0" rtlCol="0" anchor="t"/>
          <a:lstStyle/>
          <a:p>
            <a:pPr indent="0" marL="0">
              <a:buNone/>
            </a:pPr>
            <a:r>
              <a:rPr lang="en-US" sz="1400" b="1" dirty="0">
                <a:solidFill>
                  <a:schemeClr val="tx1"/>
                </a:solidFill>
              </a:rPr>
              <a:t>Hệ số theo loại bài</a:t>
            </a:r>
            <a:endParaRPr lang="en-US" sz="1400" dirty="0"/>
          </a:p>
        </p:txBody>
      </p:sp>
      <p:sp>
        <p:nvSpPr>
          <p:cNvPr id="13" name="Text 10"/>
          <p:cNvSpPr txBox="1"/>
          <p:nvPr/>
        </p:nvSpPr>
        <p:spPr>
          <a:xfrm>
            <a:off x="5806440" y="3566160"/>
            <a:ext cx="2788920" cy="786384"/>
          </a:xfrm>
          <a:prstGeom prst="rect">
            <a:avLst/>
          </a:prstGeom>
          <a:noFill/>
          <a:ln/>
        </p:spPr>
        <p:txBody>
          <a:bodyPr wrap="square" lIns="0" tIns="0" rIns="0" bIns="0" rtlCol="0" anchor="t"/>
          <a:lstStyle/>
          <a:p>
            <a:pPr indent="0" marL="0">
              <a:buNone/>
            </a:pPr>
            <a:r>
              <a:rPr lang="en-US" sz="1200" dirty="0">
                <a:solidFill>
                  <a:schemeClr val="tx2"/>
                </a:solidFill>
              </a:rPr>
              <a:t>Kiểm tra buổi x1, cuối unit x2, giữa kỳ và cuối kỳ x3.</a:t>
            </a:r>
            <a:endParaRPr lang="en-US" sz="12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548640"/>
          </a:xfrm>
          <a:prstGeom prst="rect">
            <a:avLst/>
          </a:prstGeom>
          <a:noFill/>
          <a:ln/>
        </p:spPr>
        <p:txBody>
          <a:bodyPr wrap="square" lIns="0" tIns="0" rIns="0" bIns="0" rtlCol="0" anchor="ctr"/>
          <a:lstStyle/>
          <a:p>
            <a:pPr algn="l" indent="0" marL="0">
              <a:buNone/>
            </a:pPr>
            <a:r>
              <a:rPr lang="en-US" sz="2600" b="1" dirty="0">
                <a:solidFill>
                  <a:schemeClr val="tx1"/>
                </a:solidFill>
              </a:rPr>
              <a:t>Cần chốt trước khi dùng thật</a:t>
            </a:r>
            <a:endParaRPr lang="en-US" sz="2600" dirty="0"/>
          </a:p>
        </p:txBody>
      </p:sp>
      <p:sp>
        <p:nvSpPr>
          <p:cNvPr id="3" name="Text 1"/>
          <p:cNvSpPr txBox="1"/>
          <p:nvPr/>
        </p:nvSpPr>
        <p:spPr>
          <a:xfrm>
            <a:off x="548640" y="1188720"/>
            <a:ext cx="411480" cy="365760"/>
          </a:xfrm>
          <a:prstGeom prst="rect">
            <a:avLst/>
          </a:prstGeom>
          <a:noFill/>
          <a:ln/>
        </p:spPr>
        <p:txBody>
          <a:bodyPr wrap="square" lIns="0" tIns="0" rIns="0" bIns="0" rtlCol="0" anchor="ctr"/>
          <a:lstStyle/>
          <a:p>
            <a:pPr indent="0" marL="0">
              <a:buNone/>
            </a:pPr>
            <a:r>
              <a:rPr lang="en-US" sz="1800" b="1" dirty="0">
                <a:solidFill>
                  <a:schemeClr val="accent1"/>
                </a:solidFill>
              </a:rPr>
              <a:t>1</a:t>
            </a:r>
            <a:endParaRPr lang="en-US" sz="1800" dirty="0"/>
          </a:p>
        </p:txBody>
      </p:sp>
      <p:sp>
        <p:nvSpPr>
          <p:cNvPr id="4" name="Text 2"/>
          <p:cNvSpPr txBox="1"/>
          <p:nvPr/>
        </p:nvSpPr>
        <p:spPr>
          <a:xfrm>
            <a:off x="960120" y="1207008"/>
            <a:ext cx="7589520" cy="365760"/>
          </a:xfrm>
          <a:prstGeom prst="rect">
            <a:avLst/>
          </a:prstGeom>
          <a:noFill/>
          <a:ln/>
        </p:spPr>
        <p:txBody>
          <a:bodyPr wrap="square" lIns="0" tIns="0" rIns="0" bIns="0" rtlCol="0" anchor="ctr"/>
          <a:lstStyle/>
          <a:p>
            <a:pPr indent="0" marL="0">
              <a:buNone/>
            </a:pPr>
            <a:r>
              <a:rPr lang="en-US" sz="1500" dirty="0">
                <a:solidFill>
                  <a:schemeClr val="tx1"/>
                </a:solidFill>
              </a:rPr>
              <a:t>Học sinh làm bài trên phiếu tô riêng, hay khoanh ngay trên đề</a:t>
            </a:r>
            <a:endParaRPr lang="en-US" sz="1500" dirty="0"/>
          </a:p>
        </p:txBody>
      </p:sp>
      <p:sp>
        <p:nvSpPr>
          <p:cNvPr id="5" name="Text 3"/>
          <p:cNvSpPr txBox="1"/>
          <p:nvPr/>
        </p:nvSpPr>
        <p:spPr>
          <a:xfrm>
            <a:off x="548640" y="1755648"/>
            <a:ext cx="411480" cy="365760"/>
          </a:xfrm>
          <a:prstGeom prst="rect">
            <a:avLst/>
          </a:prstGeom>
          <a:noFill/>
          <a:ln/>
        </p:spPr>
        <p:txBody>
          <a:bodyPr wrap="square" lIns="0" tIns="0" rIns="0" bIns="0" rtlCol="0" anchor="ctr"/>
          <a:lstStyle/>
          <a:p>
            <a:pPr indent="0" marL="0">
              <a:buNone/>
            </a:pPr>
            <a:r>
              <a:rPr lang="en-US" sz="1800" b="1" dirty="0">
                <a:solidFill>
                  <a:schemeClr val="accent1"/>
                </a:solidFill>
              </a:rPr>
              <a:t>2</a:t>
            </a:r>
            <a:endParaRPr lang="en-US" sz="1800" dirty="0"/>
          </a:p>
        </p:txBody>
      </p:sp>
      <p:sp>
        <p:nvSpPr>
          <p:cNvPr id="6" name="Text 4"/>
          <p:cNvSpPr txBox="1"/>
          <p:nvPr/>
        </p:nvSpPr>
        <p:spPr>
          <a:xfrm>
            <a:off x="960120" y="1773936"/>
            <a:ext cx="7589520" cy="365760"/>
          </a:xfrm>
          <a:prstGeom prst="rect">
            <a:avLst/>
          </a:prstGeom>
          <a:noFill/>
          <a:ln/>
        </p:spPr>
        <p:txBody>
          <a:bodyPr wrap="square" lIns="0" tIns="0" rIns="0" bIns="0" rtlCol="0" anchor="ctr"/>
          <a:lstStyle/>
          <a:p>
            <a:pPr indent="0" marL="0">
              <a:buNone/>
            </a:pPr>
            <a:r>
              <a:rPr lang="en-US" sz="1500" dirty="0">
                <a:solidFill>
                  <a:schemeClr val="tx1"/>
                </a:solidFill>
              </a:rPr>
              <a:t>Ai được soạn file đề .exam và gửi đề vào app</a:t>
            </a:r>
            <a:endParaRPr lang="en-US" sz="1500" dirty="0"/>
          </a:p>
        </p:txBody>
      </p:sp>
      <p:sp>
        <p:nvSpPr>
          <p:cNvPr id="7" name="Text 5"/>
          <p:cNvSpPr txBox="1"/>
          <p:nvPr/>
        </p:nvSpPr>
        <p:spPr>
          <a:xfrm>
            <a:off x="548640" y="2322576"/>
            <a:ext cx="411480" cy="365760"/>
          </a:xfrm>
          <a:prstGeom prst="rect">
            <a:avLst/>
          </a:prstGeom>
          <a:noFill/>
          <a:ln/>
        </p:spPr>
        <p:txBody>
          <a:bodyPr wrap="square" lIns="0" tIns="0" rIns="0" bIns="0" rtlCol="0" anchor="ctr"/>
          <a:lstStyle/>
          <a:p>
            <a:pPr indent="0" marL="0">
              <a:buNone/>
            </a:pPr>
            <a:r>
              <a:rPr lang="en-US" sz="1800" b="1" dirty="0">
                <a:solidFill>
                  <a:schemeClr val="accent1"/>
                </a:solidFill>
              </a:rPr>
              <a:t>3</a:t>
            </a:r>
            <a:endParaRPr lang="en-US" sz="1800" dirty="0"/>
          </a:p>
        </p:txBody>
      </p:sp>
      <p:sp>
        <p:nvSpPr>
          <p:cNvPr id="8" name="Text 6"/>
          <p:cNvSpPr txBox="1"/>
          <p:nvPr/>
        </p:nvSpPr>
        <p:spPr>
          <a:xfrm>
            <a:off x="960120" y="2340864"/>
            <a:ext cx="7589520" cy="365760"/>
          </a:xfrm>
          <a:prstGeom prst="rect">
            <a:avLst/>
          </a:prstGeom>
          <a:noFill/>
          <a:ln/>
        </p:spPr>
        <p:txBody>
          <a:bodyPr wrap="square" lIns="0" tIns="0" rIns="0" bIns="0" rtlCol="0" anchor="ctr"/>
          <a:lstStyle/>
          <a:p>
            <a:pPr indent="0" marL="0">
              <a:buNone/>
            </a:pPr>
            <a:r>
              <a:rPr lang="en-US" sz="1500" dirty="0">
                <a:solidFill>
                  <a:schemeClr val="tx1"/>
                </a:solidFill>
              </a:rPr>
              <a:t>Giữ luật duyệt mặc định, hay thêm luật như "điểm sát ngưỡng Trung bình"</a:t>
            </a:r>
            <a:endParaRPr lang="en-US" sz="1500" dirty="0"/>
          </a:p>
        </p:txBody>
      </p:sp>
      <p:sp>
        <p:nvSpPr>
          <p:cNvPr id="9" name="Text 7"/>
          <p:cNvSpPr txBox="1"/>
          <p:nvPr/>
        </p:nvSpPr>
        <p:spPr>
          <a:xfrm>
            <a:off x="548640" y="2889504"/>
            <a:ext cx="411480" cy="365760"/>
          </a:xfrm>
          <a:prstGeom prst="rect">
            <a:avLst/>
          </a:prstGeom>
          <a:noFill/>
          <a:ln/>
        </p:spPr>
        <p:txBody>
          <a:bodyPr wrap="square" lIns="0" tIns="0" rIns="0" bIns="0" rtlCol="0" anchor="ctr"/>
          <a:lstStyle/>
          <a:p>
            <a:pPr indent="0" marL="0">
              <a:buNone/>
            </a:pPr>
            <a:r>
              <a:rPr lang="en-US" sz="1800" b="1" dirty="0">
                <a:solidFill>
                  <a:schemeClr val="accent1"/>
                </a:solidFill>
              </a:rPr>
              <a:t>4</a:t>
            </a:r>
            <a:endParaRPr lang="en-US" sz="1800" dirty="0"/>
          </a:p>
        </p:txBody>
      </p:sp>
      <p:sp>
        <p:nvSpPr>
          <p:cNvPr id="10" name="Text 8"/>
          <p:cNvSpPr txBox="1"/>
          <p:nvPr/>
        </p:nvSpPr>
        <p:spPr>
          <a:xfrm>
            <a:off x="960120" y="2907792"/>
            <a:ext cx="7589520" cy="365760"/>
          </a:xfrm>
          <a:prstGeom prst="rect">
            <a:avLst/>
          </a:prstGeom>
          <a:noFill/>
          <a:ln/>
        </p:spPr>
        <p:txBody>
          <a:bodyPr wrap="square" lIns="0" tIns="0" rIns="0" bIns="0" rtlCol="0" anchor="ctr"/>
          <a:lstStyle/>
          <a:p>
            <a:pPr indent="0" marL="0">
              <a:buNone/>
            </a:pPr>
            <a:r>
              <a:rPr lang="en-US" sz="1500" dirty="0">
                <a:solidFill>
                  <a:schemeClr val="tx1"/>
                </a:solidFill>
              </a:rPr>
              <a:t>Mẫu màu bảng điểm dùng chung: đổi một lần là đổi cho mọi lớp</a:t>
            </a:r>
            <a:endParaRPr lang="en-US" sz="1500" dirty="0"/>
          </a:p>
        </p:txBody>
      </p:sp>
      <p:sp>
        <p:nvSpPr>
          <p:cNvPr id="11" name="Text 9"/>
          <p:cNvSpPr txBox="1"/>
          <p:nvPr/>
        </p:nvSpPr>
        <p:spPr>
          <a:xfrm>
            <a:off x="548640" y="3456432"/>
            <a:ext cx="411480" cy="365760"/>
          </a:xfrm>
          <a:prstGeom prst="rect">
            <a:avLst/>
          </a:prstGeom>
          <a:noFill/>
          <a:ln/>
        </p:spPr>
        <p:txBody>
          <a:bodyPr wrap="square" lIns="0" tIns="0" rIns="0" bIns="0" rtlCol="0" anchor="ctr"/>
          <a:lstStyle/>
          <a:p>
            <a:pPr indent="0" marL="0">
              <a:buNone/>
            </a:pPr>
            <a:r>
              <a:rPr lang="en-US" sz="1800" b="1" dirty="0">
                <a:solidFill>
                  <a:schemeClr val="accent1"/>
                </a:solidFill>
              </a:rPr>
              <a:t>5</a:t>
            </a:r>
            <a:endParaRPr lang="en-US" sz="1800" dirty="0"/>
          </a:p>
        </p:txBody>
      </p:sp>
      <p:sp>
        <p:nvSpPr>
          <p:cNvPr id="12" name="Text 10"/>
          <p:cNvSpPr txBox="1"/>
          <p:nvPr/>
        </p:nvSpPr>
        <p:spPr>
          <a:xfrm>
            <a:off x="960120" y="3474720"/>
            <a:ext cx="7589520" cy="365760"/>
          </a:xfrm>
          <a:prstGeom prst="rect">
            <a:avLst/>
          </a:prstGeom>
          <a:noFill/>
          <a:ln/>
        </p:spPr>
        <p:txBody>
          <a:bodyPr wrap="square" lIns="0" tIns="0" rIns="0" bIns="0" rtlCol="0" anchor="ctr"/>
          <a:lstStyle/>
          <a:p>
            <a:pPr indent="0" marL="0">
              <a:buNone/>
            </a:pPr>
            <a:r>
              <a:rPr lang="en-US" sz="1500" dirty="0">
                <a:solidFill>
                  <a:schemeClr val="tx1"/>
                </a:solidFill>
              </a:rPr>
              <a:t>Chạy song song với chấm tay trên 1–2 lớp trước khi dùng chính thức</a:t>
            </a:r>
            <a:endParaRPr lang="en-US" sz="1500" dirty="0"/>
          </a:p>
        </p:txBody>
      </p:sp>
      <p:sp>
        <p:nvSpPr>
          <p:cNvPr id="25" name="Slide Number Placeholder 0"/>
          <p:cNvSpPr>
            <a:spLocks noGrp="1"/>
          </p:cNvSpPr>
          <p:nvPr>
            <p:ph type="sldNum" sz="quarter" idx="4294967295"/>
          </p:nvPr>
        </p:nvSpPr>
        <p:spPr>
          <a:xfrm>
            <a:off x="8229600" y="477316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B7280"/>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MissNgoc toi gian">
  <a:themeElements>
    <a:clrScheme name="MissNgoc toi gian">
      <a:dk1>
        <a:srgbClr val="1F2328"/>
      </a:dk1>
      <a:lt1>
        <a:srgbClr val="FFFFFF"/>
      </a:lt1>
      <a:dk2>
        <a:srgbClr val="6B7280"/>
      </a:dk2>
      <a:lt2>
        <a:srgbClr val="F3F4F6"/>
      </a:lt2>
      <a:accent1>
        <a:srgbClr val="0F766E"/>
      </a:accent1>
      <a:accent2>
        <a:srgbClr val="CCE7E4"/>
      </a:accent2>
      <a:accent3>
        <a:srgbClr val="D1D5DB"/>
      </a:accent3>
      <a:accent4>
        <a:srgbClr val="9CA3AF"/>
      </a:accent4>
      <a:accent5>
        <a:srgbClr val="E5E7EB"/>
      </a:accent5>
      <a:accent6>
        <a:srgbClr val="374151"/>
      </a:accent6>
      <a:hlink>
        <a:srgbClr val="0F766E"/>
      </a:hlink>
      <a:folHlink>
        <a:srgbClr val="6B7280"/>
      </a:folHlink>
    </a:clrScheme>
    <a:fontScheme name="MissNgoc toi gia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MissNgoc · Luồng sử dụng</dc:title>
  <dc:subject>PptxGenJS Presentation</dc:subject>
  <dc:creator>Anh ngữ Ms. Ngọc</dc:creator>
  <cp:lastModifiedBy>Anh ngữ Ms. Ngọc</cp:lastModifiedBy>
  <cp:revision>1</cp:revision>
  <dcterms:created xsi:type="dcterms:W3CDTF">2026-10-21T08:17:56Z</dcterms:created>
  <dcterms:modified xsi:type="dcterms:W3CDTF">2026-10-21T08:17:56Z</dcterms:modified>
</cp:coreProperties>
</file>