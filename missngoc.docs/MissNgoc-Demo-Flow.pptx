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5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1463040"/>
            <a:ext cx="2103120" cy="54864"/>
          </a:xfrm>
          <a:prstGeom prst="rect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UNG DUNG CHAM TRAC NGHIEM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279F5"/>
                </a:solidFill>
                <a:latin typeface="Segoe UI"/>
              </a:defRPr>
            </a:pPr>
            <a:r>
              <a:t>Miss Ngoc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Segoe UI"/>
              </a:defRPr>
            </a:pPr>
            <a:r>
              <a:t>Demo Flow Trai Nghiem Nguoi 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Chup anh bai trac nghiem  -  AI cham tu dong  -  Xuat bang diem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Thang 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5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TONG QUAN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Segoe UI"/>
              </a:defRPr>
            </a:pPr>
            <a:r>
              <a:t>Quy trinh tu chuan bi den co bang diem hoan chinh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0907" y="2011680"/>
            <a:ext cx="1554480" cy="1828800"/>
          </a:xfrm>
          <a:prstGeom prst="roundRect">
            <a:avLst/>
          </a:prstGeom>
          <a:solidFill>
            <a:srgbClr val="232A4A"/>
          </a:solidFill>
          <a:ln w="25400">
            <a:solidFill>
              <a:srgbClr val="327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63827" y="214884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6627" y="27889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Tao 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627" y="3108960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Admin tao lop</a:t>
            </a:r>
            <a:br/>
            <a:r>
              <a:t>va gan giao vien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33675" y="2788920"/>
            <a:ext cx="192024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43987" y="2011680"/>
            <a:ext cx="1554480" cy="1828800"/>
          </a:xfrm>
          <a:prstGeom prst="roundRect">
            <a:avLst/>
          </a:prstGeom>
          <a:solidFill>
            <a:srgbClr val="232A4A"/>
          </a:solidFill>
          <a:ln w="25400">
            <a:solidFill>
              <a:srgbClr val="327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46907" y="214884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9707" y="27889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Import hoc sinh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9707" y="3108960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Import danh sach</a:t>
            </a:r>
            <a:br/>
            <a:r>
              <a:t>tu file Excel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6755" y="2788920"/>
            <a:ext cx="192024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7067" y="2011680"/>
            <a:ext cx="1554480" cy="1828800"/>
          </a:xfrm>
          <a:prstGeom prst="roundRect">
            <a:avLst/>
          </a:prstGeom>
          <a:solidFill>
            <a:srgbClr val="232A4A"/>
          </a:solidFill>
          <a:ln w="25400">
            <a:solidFill>
              <a:srgbClr val="327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29987" y="214884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787" y="27889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Tao bai 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787" y="3108960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Tao bai kiem tra</a:t>
            </a:r>
            <a:br/>
            <a:r>
              <a:t>va nhap dap an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9835" y="2788920"/>
            <a:ext cx="192024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0147" y="2011680"/>
            <a:ext cx="1554480" cy="1828800"/>
          </a:xfrm>
          <a:prstGeom prst="roundRect">
            <a:avLst/>
          </a:prstGeom>
          <a:solidFill>
            <a:srgbClr val="232A4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13067" y="21488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27889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Chup bai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3108960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NV dung dien thoai</a:t>
            </a:r>
            <a:br/>
            <a:r>
              <a:t>chup bai tung HS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82915" y="2788920"/>
            <a:ext cx="192024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93227" y="2011680"/>
            <a:ext cx="1554480" cy="1828800"/>
          </a:xfrm>
          <a:prstGeom prst="roundRect">
            <a:avLst/>
          </a:prstGeom>
          <a:solidFill>
            <a:srgbClr val="232A4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96147" y="21488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8947" y="27889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8947" y="3108960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AI doc anh va</a:t>
            </a:r>
            <a:br/>
            <a:r>
              <a:t>tinh diem tu dong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65995" y="2788920"/>
            <a:ext cx="192024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76307" y="2011680"/>
            <a:ext cx="1554480" cy="1828800"/>
          </a:xfrm>
          <a:prstGeom prst="roundRect">
            <a:avLst/>
          </a:prstGeom>
          <a:solidFill>
            <a:srgbClr val="232A4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79227" y="21488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2027" y="278892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Bang diem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027" y="3108960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Xem bang diem</a:t>
            </a:r>
            <a:br/>
            <a:r>
              <a:t>va xuat Excel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8707" y="1737360"/>
            <a:ext cx="5303520" cy="2651760"/>
          </a:xfrm>
          <a:prstGeom prst="roundRect">
            <a:avLst/>
          </a:prstGeom>
          <a:noFill/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8707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FLOW CHINH - Chi tiet o cac slide sau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A0"/>
                </a:solidFill>
                <a:latin typeface="Segoe UI"/>
              </a:defRPr>
            </a:pPr>
            <a:r>
              <a:t>Buoc 1-3: Chuan bi du lieu (Admin/NV lam tren may tinh)</a:t>
            </a:r>
            <a:br/>
            <a:r>
              <a:t>Buoc 4-6: Chup va cham bai (NV dung dien thoai + may tinh)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Buoc 1 - Tao lop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Admin hoac nhan vien tao lop moi</a:t>
            </a:r>
          </a:p>
        </p:txBody>
      </p:sp>
      <p:pic>
        <p:nvPicPr>
          <p:cNvPr id="4" name="Picture 3" descr="slide_class_list_17921397134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338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Bam "+ Tao lop"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- Nhap ten lop</a:t>
            </a:r>
            <a:br/>
            <a:r>
              <a:t>- Chon trinh do</a:t>
            </a:r>
            <a:br/>
            <a:r>
              <a:t>- Gan giao vien</a:t>
            </a:r>
            <a:br/>
            <a:r>
              <a:t>- Dat thoi gian khoa hoc</a:t>
            </a:r>
            <a:br/>
            <a:br/>
            <a:r>
              <a:t>Lop tao xong -&gt; vao trang chi tiet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114800"/>
            <a:ext cx="320040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4160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Khoanh do: nut can bam</a:t>
            </a:r>
            <a:br/>
            <a:r>
              <a:t>Phan nay nhanh, chi can vai thao tac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Buoc 2 - Import danh sach hoc sinh tu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Trang chi tiet lop -&gt; Tab Hoc sinh -&gt; Bam Import Excel</a:t>
            </a:r>
          </a:p>
        </p:txBody>
      </p:sp>
      <p:pic>
        <p:nvPicPr>
          <p:cNvPr id="4" name="Picture 3" descr="slide_class_detail_1792139724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3572540"/>
          </a:xfrm>
          <a:prstGeom prst="rect">
            <a:avLst/>
          </a:prstGeom>
        </p:spPr>
      </p:pic>
      <p:pic>
        <p:nvPicPr>
          <p:cNvPr id="5" name="Picture 4" descr="slide_import_excel_17921397360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88720"/>
            <a:ext cx="5029200" cy="2806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Bam Import Excel -&gt; Tai file mau (.xlsx) -&gt; Dien danh sach hoc sinh -&gt; Chon file -&gt; Xem truoc va Luu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Co the dung nut Tao prompt cho chatbot de nho AI chuyen danh sach lon xon thanh dung dinh dang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100000">
              <a:srgbClr val="142F55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Buoc 4 - Nhan vien chup bai bang dien thoai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NV van phong mo trinh duyet dien thoai -&gt; Dang nhap -&gt; Chon lop va bai -&gt; Chup tung hoc sinh</a:t>
            </a:r>
          </a:p>
        </p:txBody>
      </p:sp>
      <p:pic>
        <p:nvPicPr>
          <p:cNvPr id="4" name="Picture 3" descr="slide_capture_phone_1792139766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2806995" cy="5029200"/>
          </a:xfrm>
          <a:prstGeom prst="rect">
            <a:avLst/>
          </a:prstGeom>
        </p:spPr>
      </p:pic>
      <p:pic>
        <p:nvPicPr>
          <p:cNvPr id="5" name="Picture 4" descr="slide_capture_camera_17921397790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80160"/>
            <a:ext cx="28069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Flow chup bai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1.  Chon lop va bai kiem 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2.  Cham vao ten hoc sinh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3.  Bam Chup bai -&gt; mo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4.  Chup phieu tra 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5.  Anh tu tai len, chuyen sang HS ke tiep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6.  Lap lai den het lop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Ten HS hien to tren man hinh - tranh gan nham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Tien do chup hien theo thoi gian thuc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669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Mang chap chon -&gt; anh tu tai lai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Buoc 5 - Bam Generate de AI cham bai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Trang chi tiet bai kiem tra -&gt; Bam nut Generate -&gt; AI doc anh va tinh diem</a:t>
            </a:r>
          </a:p>
        </p:txBody>
      </p:sp>
      <p:pic>
        <p:nvPicPr>
          <p:cNvPr id="4" name="Picture 3" descr="slide_generate_1792139790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338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Cach Generate hoat dong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1. Bam nut Generate (khoanh 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2. AI doc anh tung bai (5 bai/lan)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51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3. Tien do hien 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4. So sanh voi dap an -&gt; tinh diem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3832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5. Cau AI khong chac -&gt; to vang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7490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6. Xong -&gt; hien bang diem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389120"/>
            <a:ext cx="3474720" cy="16459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Tiet kiem thoi gian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8463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65E3B"/>
                </a:solidFill>
                <a:latin typeface="Segoe UI"/>
              </a:defRPr>
            </a:pPr>
            <a:r>
              <a:t>Thu cong: ~3 phut/bai</a:t>
            </a:r>
            <a:br/>
            <a:r>
              <a:t>Dung app: ~30 giay/bai</a:t>
            </a:r>
            <a:br/>
            <a:br/>
            <a:r>
              <a:t>1.200 bai/thang:</a:t>
            </a:r>
            <a:br/>
            <a:r>
              <a:t>60 gio -&gt; 10 gio (giam 80%)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100000">
              <a:srgbClr val="142F55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Buoc 6 - Bang diem va Xuat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Xem bang diem tren web (giong het file Excel) -&gt; Bam Xuat Excel de tai file 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1E293E"/>
          </a:solidFill>
          <a:ln w="25400">
            <a:solidFill>
              <a:srgbClr val="327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Bang diem tren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4937760" cy="411480"/>
          </a:xfrm>
          <a:prstGeom prst="rect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STT    Ho va ten              1   2   3   4   ...   Diem   Hang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4937760" cy="3657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1       Nguyen Van An          A   B   A   C   ...     8.5      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4937760" cy="365760"/>
          </a:xfrm>
          <a:prstGeom prst="rect">
            <a:avLst/>
          </a:prstGeom>
          <a:solidFill>
            <a:srgbClr val="1A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2       Tran Thi Binh            B   B   C   A   ...     7.0      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4937760" cy="3657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3       Le Hoang Cuong       A   A   A   D   ...     9.0      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11880"/>
            <a:ext cx="4937760" cy="365760"/>
          </a:xfrm>
          <a:prstGeom prst="rect">
            <a:avLst/>
          </a:prstGeom>
          <a:solidFill>
            <a:srgbClr val="1A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4       Pham Minh Duc        C   B   A   B   ...     6.5      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77639"/>
            <a:ext cx="4937760" cy="3657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5       Vu Thi Mai               A   C   B   C   ...     7.5      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Da cham: 25/25     TB: 7.2     Cao nhat: 9.5     Thap nhat: 3.0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828800" cy="365760"/>
          </a:xfrm>
          <a:prstGeom prst="roundRect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Bang diem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  Thong ke cau sai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26480" y="3200400"/>
            <a:ext cx="457200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0" y="1371600"/>
            <a:ext cx="5029200" cy="4572000"/>
          </a:xfrm>
          <a:prstGeom prst="roundRect">
            <a:avLst/>
          </a:prstGeom>
          <a:solidFill>
            <a:srgbClr val="1E293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File Excel xuat 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103120"/>
            <a:ext cx="4663440" cy="548640"/>
          </a:xfrm>
          <a:prstGeom prst="rect">
            <a:avLst/>
          </a:prstGeom>
          <a:solidFill>
            <a:srgbClr val="217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103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BANG DIEM - KIEM TRA GIUA KY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3317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EFCE"/>
                </a:solidFill>
                <a:latin typeface="Segoe UI"/>
              </a:defRPr>
            </a:pPr>
            <a:r>
              <a:t>Anh van A1 - 15/10/2026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651760"/>
            <a:ext cx="46634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6974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/>
              </a:defRPr>
            </a:pPr>
            <a:r>
              <a:t>STT  Ho va ten           1  2  3  4 ... Dung  Diem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971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1    Nguyen Van An    A  B  A  C ...   34     8.5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2    Tran Thi Binh       B  B  C  A ...   28     7.0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290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3    Le Hoang Cuong  A  A  A  D ...   36     9.0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120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Dung dinh dang, co mau sac, dung duoc ngay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4297680"/>
            <a:ext cx="1828800" cy="457200"/>
          </a:xfrm>
          <a:prstGeom prst="roundRect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Xuat Excel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4114800"/>
            <a:ext cx="2377440" cy="822960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5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TONG KET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887" y="1463040"/>
            <a:ext cx="1645920" cy="2011680"/>
          </a:xfrm>
          <a:prstGeom prst="roundRect">
            <a:avLst/>
          </a:prstGeom>
          <a:solidFill>
            <a:srgbClr val="232A4A"/>
          </a:solidFill>
          <a:ln w="12700">
            <a:solidFill>
              <a:srgbClr val="3B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49527" y="160020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887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Tao lop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07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279F5"/>
                </a:solidFill>
                <a:latin typeface="Segoe UI"/>
              </a:defRPr>
            </a:pPr>
            <a:r>
              <a:t>May tinh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30 giay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55951" y="2377440"/>
            <a:ext cx="164592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29687" y="1463040"/>
            <a:ext cx="1645920" cy="2011680"/>
          </a:xfrm>
          <a:prstGeom prst="roundRect">
            <a:avLst/>
          </a:prstGeom>
          <a:solidFill>
            <a:srgbClr val="232A4A"/>
          </a:solidFill>
          <a:ln w="12700">
            <a:solidFill>
              <a:srgbClr val="3B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78327" y="160020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9687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Import 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5407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279F5"/>
                </a:solidFill>
                <a:latin typeface="Segoe UI"/>
              </a:defRPr>
            </a:pPr>
            <a:r>
              <a:t>May tinh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407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1 phut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84751" y="2377440"/>
            <a:ext cx="164592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8487" y="1463040"/>
            <a:ext cx="1645920" cy="2011680"/>
          </a:xfrm>
          <a:prstGeom prst="roundRect">
            <a:avLst/>
          </a:prstGeom>
          <a:solidFill>
            <a:srgbClr val="232A4A"/>
          </a:solidFill>
          <a:ln w="12700">
            <a:solidFill>
              <a:srgbClr val="3B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07127" y="160020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487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Tao bai 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279F5"/>
                </a:solidFill>
                <a:latin typeface="Segoe UI"/>
              </a:defRPr>
            </a:pPr>
            <a:r>
              <a:t>May tinh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4207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2 phut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3551" y="2377440"/>
            <a:ext cx="164592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7287" y="1463040"/>
            <a:ext cx="1645920" cy="2011680"/>
          </a:xfrm>
          <a:prstGeom prst="roundRect">
            <a:avLst/>
          </a:prstGeom>
          <a:solidFill>
            <a:srgbClr val="232A4A"/>
          </a:solidFill>
          <a:ln w="12700">
            <a:solidFill>
              <a:srgbClr val="3B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35927" y="160020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Chup bai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3007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279F5"/>
                </a:solidFill>
                <a:latin typeface="Segoe UI"/>
              </a:defRPr>
            </a:pPr>
            <a:r>
              <a:t>Dien thoai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10 phut / lop 30 HS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42351" y="2377440"/>
            <a:ext cx="164592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16087" y="1463040"/>
            <a:ext cx="1645920" cy="2011680"/>
          </a:xfrm>
          <a:prstGeom prst="roundRect">
            <a:avLst/>
          </a:prstGeom>
          <a:solidFill>
            <a:srgbClr val="232A4A"/>
          </a:solidFill>
          <a:ln w="12700">
            <a:solidFill>
              <a:srgbClr val="3B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64727" y="160020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6087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1807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279F5"/>
                </a:solidFill>
                <a:latin typeface="Segoe UI"/>
              </a:defRPr>
            </a:pPr>
            <a:r>
              <a:t>May tinh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1807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2-3 phut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671151" y="2377440"/>
            <a:ext cx="164592" cy="365760"/>
          </a:xfrm>
          <a:prstGeom prst="rightArrow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44887" y="1463040"/>
            <a:ext cx="1645920" cy="2011680"/>
          </a:xfrm>
          <a:prstGeom prst="roundRect">
            <a:avLst/>
          </a:prstGeom>
          <a:solidFill>
            <a:srgbClr val="232A4A"/>
          </a:solidFill>
          <a:ln w="12700">
            <a:solidFill>
              <a:srgbClr val="3B4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93527" y="1600200"/>
            <a:ext cx="548640" cy="548640"/>
          </a:xfrm>
          <a:prstGeom prst="ellipse">
            <a:avLst/>
          </a:prstGeom>
          <a:solidFill>
            <a:srgbClr val="327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4887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Bang diem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0607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279F5"/>
                </a:solidFill>
                <a:latin typeface="Segoe UI"/>
              </a:defRPr>
            </a:pPr>
            <a:r>
              <a:t>May tinh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0607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Bam 1 nut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279F5"/>
                </a:solidFill>
                <a:latin typeface="Segoe UI"/>
              </a:defRPr>
            </a:pPr>
            <a:r>
              <a:t>LOI ICH CHINH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3727" y="4572000"/>
            <a:ext cx="2560320" cy="1097280"/>
          </a:xfrm>
          <a:prstGeom prst="roundRect">
            <a:avLst/>
          </a:prstGeom>
          <a:solidFill>
            <a:srgbClr val="1A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167" y="4663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Tiet kiem 80% thoi gian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" y="50749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60 gio -&gt; 10 gio / thang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98367" y="4572000"/>
            <a:ext cx="2560320" cy="1097280"/>
          </a:xfrm>
          <a:prstGeom prst="roundRect">
            <a:avLst/>
          </a:prstGeom>
          <a:solidFill>
            <a:srgbClr val="1A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89807" y="4663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Chinh xac 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9807" y="50749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AI + duyet tay = khong sai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572000"/>
            <a:ext cx="2560320" cy="1097280"/>
          </a:xfrm>
          <a:prstGeom prst="roundRect">
            <a:avLst/>
          </a:prstGeom>
          <a:solidFill>
            <a:srgbClr val="1A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4447" y="4663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 su dung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447" y="50749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Chi can dien thoai + trinh duyet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67647" y="4572000"/>
            <a:ext cx="2560320" cy="1097280"/>
          </a:xfrm>
          <a:prstGeom prst="roundRect">
            <a:avLst/>
          </a:prstGeom>
          <a:solidFill>
            <a:srgbClr val="1A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59087" y="4663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Excel ngay lap tuc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59087" y="50749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Co mau, dung mau, khong can chinh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Miss Ngoc Center  -  Ung dung cham trac nghiem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